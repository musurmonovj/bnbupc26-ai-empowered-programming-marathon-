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41F5E1-330F-442E-A8D2-AFAD4E6960F5}" type="datetimeFigureOut">
              <a:rPr lang="en-GB" smtClean="0"/>
              <a:t>13/10/2026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CD0720-96D2-42D2-AFAB-76A399CA16D2}" type="slidenum">
              <a:rPr lang="en-GB" smtClean="0"/>
              <a:t>‹#›</a:t>
            </a:fld>
            <a:endParaRPr lang="en-GB"/>
          </a:p>
        </p:txBody>
      </p:sp>
    </p:spTree>
    <p:extLst>
      <p:ext uri="{BB962C8B-B14F-4D97-AF65-F5344CB8AC3E}">
        <p14:creationId xmlns:p14="http://schemas.microsoft.com/office/powerpoint/2010/main" val="2794848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0:00–0:15 A life becomes a garden</a:t>
            </a:r>
          </a:p>
          <a:p>
            <a:endParaRPr lang="en-GB"/>
          </a:p>
          <a:p>
            <a:r>
              <a:rPr lang="en-GB"/>
              <a:t>For “Your Life as a World,” I built Lethe: a garden where memories become flowers.</a:t>
            </a:r>
          </a:p>
          <a:p>
            <a:endParaRPr lang="en-GB"/>
          </a:p>
          <a:p>
            <a:r>
              <a:rPr lang="en-GB"/>
              <a:t>Stand still for the opening. Look at the audience. Let the picture settle before speaking.</a:t>
            </a:r>
          </a:p>
          <a:p>
            <a:endParaRPr lang="en-GB"/>
          </a:p>
          <a:p>
            <a:r>
              <a:rPr lang="en-GB"/>
              <a:t>Source: Lethe project reference captures in docs/presentation/assets/garden.png. The example life is fictional. Verify the actual episode outcome before presenting.</a:t>
            </a:r>
          </a:p>
        </p:txBody>
      </p:sp>
      <p:sp>
        <p:nvSpPr>
          <p:cNvPr id="4" name="Slide Number Placeholder 3"/>
          <p:cNvSpPr>
            <a:spLocks noGrp="1"/>
          </p:cNvSpPr>
          <p:nvPr>
            <p:ph type="sldNum" sz="quarter" idx="5"/>
          </p:nvPr>
        </p:nvSpPr>
        <p:spPr/>
        <p:txBody>
          <a:bodyPr/>
          <a:lstStyle/>
          <a:p>
            <a:fld id="{E6CD0720-96D2-42D2-AFAB-76A399CA16D2}" type="slidenum">
              <a:rPr lang="en-GB" smtClean="0"/>
              <a:t>1</a:t>
            </a:fld>
            <a:endParaRPr lang="en-GB"/>
          </a:p>
        </p:txBody>
      </p:sp>
    </p:spTree>
    <p:extLst>
      <p:ext uri="{BB962C8B-B14F-4D97-AF65-F5344CB8AC3E}">
        <p14:creationId xmlns:p14="http://schemas.microsoft.com/office/powerpoint/2010/main" val="1142862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0:15–0:30 A memory of your own</a:t>
            </a:r>
          </a:p>
          <a:p>
            <a:endParaRPr lang="en-GB"/>
          </a:p>
          <a:p>
            <a:r>
              <a:rPr lang="en-GB"/>
              <a:t>Think of one memory. Keep it to yourself. Is it a sentence, a song, a place, or a photograph?</a:t>
            </a:r>
          </a:p>
          <a:p>
            <a:endParaRPr lang="en-GB"/>
          </a:p>
          <a:p>
            <a:r>
              <a:rPr lang="en-GB"/>
              <a:t>Leave five seconds for thought. Choose a kind if someone volunteers one. Never ask for a personal story.</a:t>
            </a:r>
          </a:p>
        </p:txBody>
      </p:sp>
      <p:sp>
        <p:nvSpPr>
          <p:cNvPr id="4" name="Slide Number Placeholder 3"/>
          <p:cNvSpPr>
            <a:spLocks noGrp="1"/>
          </p:cNvSpPr>
          <p:nvPr>
            <p:ph type="sldNum" sz="quarter" idx="5"/>
          </p:nvPr>
        </p:nvSpPr>
        <p:spPr/>
        <p:txBody>
          <a:bodyPr/>
          <a:lstStyle/>
          <a:p>
            <a:fld id="{E6CD0720-96D2-42D2-AFAB-76A399CA16D2}" type="slidenum">
              <a:rPr lang="en-GB" smtClean="0"/>
              <a:t>2</a:t>
            </a:fld>
            <a:endParaRPr lang="en-GB"/>
          </a:p>
        </p:txBody>
      </p:sp>
    </p:spTree>
    <p:extLst>
      <p:ext uri="{BB962C8B-B14F-4D97-AF65-F5344CB8AC3E}">
        <p14:creationId xmlns:p14="http://schemas.microsoft.com/office/powerpoint/2010/main" val="5890158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0:30–0:50 Grandma Mei’s words</a:t>
            </a:r>
          </a:p>
          <a:p>
            <a:endParaRPr lang="en-GB"/>
          </a:p>
          <a:p>
            <a:r>
              <a:rPr lang="en-GB"/>
              <a:t>In this fictional life, Grandma Mei said, “You don’t have to be brave all the time.” Her kitchen and music share the same person, so threads join them.</a:t>
            </a:r>
          </a:p>
          <a:p>
            <a:endParaRPr lang="en-GB"/>
          </a:p>
          <a:p>
            <a:r>
              <a:rPr lang="en-GB"/>
              <a:t>Read the quote warmly. Pause. Move your gaze from the flower to the audience rather than reading every label.</a:t>
            </a:r>
          </a:p>
          <a:p>
            <a:endParaRPr lang="en-GB"/>
          </a:p>
          <a:p>
            <a:r>
              <a:rPr lang="en-GB"/>
              <a:t>Source: Lethe project reference captures in docs/presentation/assets/memory.png. The example life is fictional. Verify the actual episode outcome before presenting.</a:t>
            </a:r>
          </a:p>
        </p:txBody>
      </p:sp>
      <p:sp>
        <p:nvSpPr>
          <p:cNvPr id="4" name="Slide Number Placeholder 3"/>
          <p:cNvSpPr>
            <a:spLocks noGrp="1"/>
          </p:cNvSpPr>
          <p:nvPr>
            <p:ph type="sldNum" sz="quarter" idx="5"/>
          </p:nvPr>
        </p:nvSpPr>
        <p:spPr/>
        <p:txBody>
          <a:bodyPr/>
          <a:lstStyle/>
          <a:p>
            <a:fld id="{E6CD0720-96D2-42D2-AFAB-76A399CA16D2}" type="slidenum">
              <a:rPr lang="en-GB" smtClean="0"/>
              <a:t>3</a:t>
            </a:fld>
            <a:endParaRPr lang="en-GB"/>
          </a:p>
        </p:txBody>
      </p:sp>
    </p:spTree>
    <p:extLst>
      <p:ext uri="{BB962C8B-B14F-4D97-AF65-F5344CB8AC3E}">
        <p14:creationId xmlns:p14="http://schemas.microsoft.com/office/powerpoint/2010/main" val="18852624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0:50–1:10 One light and your choice</a:t>
            </a:r>
          </a:p>
          <a:p>
            <a:endParaRPr lang="en-GB"/>
          </a:p>
          <a:p>
            <a:r>
              <a:rPr lang="en-GB"/>
              <a:t>One light remains. Grandma Mei’s words, or the library rooftop? Raise a hand. Let’s take your choice into the garden.</a:t>
            </a:r>
          </a:p>
          <a:p>
            <a:endParaRPr lang="en-GB"/>
          </a:p>
          <a:p>
            <a:r>
              <a:rPr lang="en-GB"/>
              <a:t>Ask for raised hands once, then stop talking. Carry the room's choice into the live garden. Either answer is meaningful. If the room stays quiet, choose Grandma Mei and proceed.</a:t>
            </a:r>
          </a:p>
        </p:txBody>
      </p:sp>
      <p:sp>
        <p:nvSpPr>
          <p:cNvPr id="4" name="Slide Number Placeholder 3"/>
          <p:cNvSpPr>
            <a:spLocks noGrp="1"/>
          </p:cNvSpPr>
          <p:nvPr>
            <p:ph type="sldNum" sz="quarter" idx="5"/>
          </p:nvPr>
        </p:nvSpPr>
        <p:spPr/>
        <p:txBody>
          <a:bodyPr/>
          <a:lstStyle/>
          <a:p>
            <a:fld id="{E6CD0720-96D2-42D2-AFAB-76A399CA16D2}" type="slidenum">
              <a:rPr lang="en-GB" smtClean="0"/>
              <a:t>4</a:t>
            </a:fld>
            <a:endParaRPr lang="en-GB"/>
          </a:p>
        </p:txBody>
      </p:sp>
    </p:spTree>
    <p:extLst>
      <p:ext uri="{BB962C8B-B14F-4D97-AF65-F5344CB8AC3E}">
        <p14:creationId xmlns:p14="http://schemas.microsoft.com/office/powerpoint/2010/main" val="455567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1:10–2:10 The living garden</a:t>
            </a:r>
          </a:p>
          <a:p>
            <a:endParaRPr lang="en-GB"/>
          </a:p>
          <a:p>
            <a:r>
              <a:rPr lang="en-GB"/>
              <a:t>Watch where the care travels. I’ll plant a fragment, then let a season pass.</a:t>
            </a:r>
          </a:p>
          <a:p>
            <a:endParaRPr lang="en-GB"/>
          </a:p>
          <a:p>
            <a:r>
              <a:rPr lang="en-GB"/>
              <a:t>Click open the garden. Switch back to PowerPoint after the live visit. Allow 90 seconds in the showcase or 60 seconds in the contest cut. Open your local recording separately if needed, and explain that its route follows a fixed choice.</a:t>
            </a:r>
          </a:p>
          <a:p>
            <a:endParaRPr lang="en-GB"/>
          </a:p>
          <a:p>
            <a:r>
              <a:rPr lang="en-GB"/>
              <a:t>Source: Lethe project reference captures in docs/presentation/assets/first-thread.png. The example life is fictional. Verify the actual episode outcome before presenting.</a:t>
            </a:r>
          </a:p>
        </p:txBody>
      </p:sp>
      <p:sp>
        <p:nvSpPr>
          <p:cNvPr id="4" name="Slide Number Placeholder 3"/>
          <p:cNvSpPr>
            <a:spLocks noGrp="1"/>
          </p:cNvSpPr>
          <p:nvPr>
            <p:ph type="sldNum" sz="quarter" idx="5"/>
          </p:nvPr>
        </p:nvSpPr>
        <p:spPr/>
        <p:txBody>
          <a:bodyPr/>
          <a:lstStyle/>
          <a:p>
            <a:fld id="{E6CD0720-96D2-42D2-AFAB-76A399CA16D2}" type="slidenum">
              <a:rPr lang="en-GB" smtClean="0"/>
              <a:t>5</a:t>
            </a:fld>
            <a:endParaRPr lang="en-GB"/>
          </a:p>
        </p:txBody>
      </p:sp>
    </p:spTree>
    <p:extLst>
      <p:ext uri="{BB962C8B-B14F-4D97-AF65-F5344CB8AC3E}">
        <p14:creationId xmlns:p14="http://schemas.microsoft.com/office/powerpoint/2010/main" val="1431006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2:10–2:25 The quiet space</a:t>
            </a:r>
          </a:p>
          <a:p>
            <a:endParaRPr lang="en-GB"/>
          </a:p>
          <a:p>
            <a:r>
              <a:rPr lang="en-GB"/>
              <a:t>A seed remains. Its words are still there. We can return later. For now, leave this space quiet.</a:t>
            </a:r>
          </a:p>
          <a:p>
            <a:endParaRPr lang="en-GB"/>
          </a:p>
          <a:p>
            <a:r>
              <a:rPr lang="en-GB"/>
              <a:t>Hold four seconds of silence. If the room kept the rooftop alive, discuss another actual lost seed or loss in general. Do not claim their rooftop disappeared.</a:t>
            </a:r>
          </a:p>
          <a:p>
            <a:endParaRPr lang="en-GB"/>
          </a:p>
          <a:p>
            <a:r>
              <a:rPr lang="en-GB"/>
              <a:t>Source: Lethe project reference captures in docs/presentation/assets/loss.png. The example life is fictional. Verify the actual episode outcome before presenting.</a:t>
            </a:r>
          </a:p>
        </p:txBody>
      </p:sp>
      <p:sp>
        <p:nvSpPr>
          <p:cNvPr id="4" name="Slide Number Placeholder 3"/>
          <p:cNvSpPr>
            <a:spLocks noGrp="1"/>
          </p:cNvSpPr>
          <p:nvPr>
            <p:ph type="sldNum" sz="quarter" idx="5"/>
          </p:nvPr>
        </p:nvSpPr>
        <p:spPr/>
        <p:txBody>
          <a:bodyPr/>
          <a:lstStyle/>
          <a:p>
            <a:fld id="{E6CD0720-96D2-42D2-AFAB-76A399CA16D2}" type="slidenum">
              <a:rPr lang="en-GB" smtClean="0"/>
              <a:t>6</a:t>
            </a:fld>
            <a:endParaRPr lang="en-GB"/>
          </a:p>
        </p:txBody>
      </p:sp>
    </p:spTree>
    <p:extLst>
      <p:ext uri="{BB962C8B-B14F-4D97-AF65-F5344CB8AC3E}">
        <p14:creationId xmlns:p14="http://schemas.microsoft.com/office/powerpoint/2010/main" val="6386955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2:25–2:45 What holds this life</a:t>
            </a:r>
          </a:p>
          <a:p>
            <a:endParaRPr lang="en-GB"/>
          </a:p>
          <a:p>
            <a:r>
              <a:rPr lang="en-GB"/>
              <a:t>The garden reveals the people and places holding this life together. A different choice can leave a different shape.</a:t>
            </a:r>
          </a:p>
          <a:p>
            <a:endParaRPr lang="en-GB"/>
          </a:p>
          <a:p>
            <a:r>
              <a:rPr lang="en-GB"/>
              <a:t>Click once to reveal the relationship names after the picture settles. Keep your voice quieter than at the opening.</a:t>
            </a:r>
          </a:p>
          <a:p>
            <a:endParaRPr lang="en-GB"/>
          </a:p>
          <a:p>
            <a:r>
              <a:rPr lang="en-GB"/>
              <a:t>Source: Lethe project reference captures in docs/presentation/assets/reveal.png. The example life is fictional. Verify the actual episode outcome before presenting.</a:t>
            </a:r>
          </a:p>
        </p:txBody>
      </p:sp>
      <p:sp>
        <p:nvSpPr>
          <p:cNvPr id="4" name="Slide Number Placeholder 3"/>
          <p:cNvSpPr>
            <a:spLocks noGrp="1"/>
          </p:cNvSpPr>
          <p:nvPr>
            <p:ph type="sldNum" sz="quarter" idx="5"/>
          </p:nvPr>
        </p:nvSpPr>
        <p:spPr/>
        <p:txBody>
          <a:bodyPr/>
          <a:lstStyle/>
          <a:p>
            <a:fld id="{E6CD0720-96D2-42D2-AFAB-76A399CA16D2}" type="slidenum">
              <a:rPr lang="en-GB" smtClean="0"/>
              <a:t>7</a:t>
            </a:fld>
            <a:endParaRPr lang="en-GB"/>
          </a:p>
        </p:txBody>
      </p:sp>
    </p:spTree>
    <p:extLst>
      <p:ext uri="{BB962C8B-B14F-4D97-AF65-F5344CB8AC3E}">
        <p14:creationId xmlns:p14="http://schemas.microsoft.com/office/powerpoint/2010/main" val="34228945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2:45–3:00 What will you carry</a:t>
            </a:r>
          </a:p>
          <a:p>
            <a:endParaRPr lang="en-GB"/>
          </a:p>
          <a:p>
            <a:r>
              <a:rPr lang="en-GB"/>
              <a:t>You cannot keep every moment in bloom. What you tend gives the garden its shape. Try Lethe. I would appreciate your vote.</a:t>
            </a:r>
          </a:p>
          <a:p>
            <a:endParaRPr lang="en-GB"/>
          </a:p>
          <a:p>
            <a:r>
              <a:rPr lang="en-GB"/>
              <a:t>End on the audience’s own imagined memory. Say the voting invitation once. Hold the final view.</a:t>
            </a:r>
          </a:p>
          <a:p>
            <a:endParaRPr lang="en-GB"/>
          </a:p>
          <a:p>
            <a:r>
              <a:rPr lang="en-GB"/>
              <a:t>Source: Lethe project reference captures in docs/presentation/assets/dusk.png. The example life is fictional. Verify the actual episode outcome before presenting.</a:t>
            </a:r>
          </a:p>
          <a:p>
            <a:endParaRPr lang="en-GB"/>
          </a:p>
          <a:p>
            <a:r>
              <a:rPr lang="en-GB"/>
              <a:t>Invite the audience to try Lethe and give the organizer's actual voting link verbally or add it here when available. No voting destination is invented.</a:t>
            </a:r>
          </a:p>
        </p:txBody>
      </p:sp>
      <p:sp>
        <p:nvSpPr>
          <p:cNvPr id="4" name="Slide Number Placeholder 3"/>
          <p:cNvSpPr>
            <a:spLocks noGrp="1"/>
          </p:cNvSpPr>
          <p:nvPr>
            <p:ph type="sldNum" sz="quarter" idx="5"/>
          </p:nvPr>
        </p:nvSpPr>
        <p:spPr/>
        <p:txBody>
          <a:bodyPr/>
          <a:lstStyle/>
          <a:p>
            <a:fld id="{E6CD0720-96D2-42D2-AFAB-76A399CA16D2}" type="slidenum">
              <a:rPr lang="en-GB" smtClean="0"/>
              <a:t>8</a:t>
            </a:fld>
            <a:endParaRPr lang="en-GB"/>
          </a:p>
        </p:txBody>
      </p:sp>
    </p:spTree>
    <p:extLst>
      <p:ext uri="{BB962C8B-B14F-4D97-AF65-F5344CB8AC3E}">
        <p14:creationId xmlns:p14="http://schemas.microsoft.com/office/powerpoint/2010/main" val="2349215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65E1C-40AF-4E4F-ADEA-61CA9A09C7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FFCDD13-9EE7-4132-A6CC-BF28DE979E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AFDFAD9-E393-47E5-BDC8-661B466C293F}"/>
              </a:ext>
            </a:extLst>
          </p:cNvPr>
          <p:cNvSpPr>
            <a:spLocks noGrp="1"/>
          </p:cNvSpPr>
          <p:nvPr>
            <p:ph type="dt" sz="half" idx="10"/>
          </p:nvPr>
        </p:nvSpPr>
        <p:spPr/>
        <p:txBody>
          <a:bodyPr/>
          <a:lstStyle/>
          <a:p>
            <a:fld id="{F7C6131A-4E47-4E44-9A4E-878F4F900A96}" type="datetimeFigureOut">
              <a:rPr lang="en-GB" smtClean="0"/>
              <a:t>13/10/2026</a:t>
            </a:fld>
            <a:endParaRPr lang="en-GB"/>
          </a:p>
        </p:txBody>
      </p:sp>
      <p:sp>
        <p:nvSpPr>
          <p:cNvPr id="5" name="Footer Placeholder 4">
            <a:extLst>
              <a:ext uri="{FF2B5EF4-FFF2-40B4-BE49-F238E27FC236}">
                <a16:creationId xmlns:a16="http://schemas.microsoft.com/office/drawing/2014/main" id="{2E9F3506-6227-46B9-8D4C-20F0C1DE989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B1D839-9E67-49A0-9DB3-54B3436574EF}"/>
              </a:ext>
            </a:extLst>
          </p:cNvPr>
          <p:cNvSpPr>
            <a:spLocks noGrp="1"/>
          </p:cNvSpPr>
          <p:nvPr>
            <p:ph type="sldNum" sz="quarter" idx="12"/>
          </p:nvPr>
        </p:nvSpPr>
        <p:spPr/>
        <p:txBody>
          <a:bodyPr/>
          <a:lstStyle/>
          <a:p>
            <a:fld id="{C4CF01C0-1D36-4705-BFFF-9D4A09C5B0D2}" type="slidenum">
              <a:rPr lang="en-GB" smtClean="0"/>
              <a:t>‹#›</a:t>
            </a:fld>
            <a:endParaRPr lang="en-GB"/>
          </a:p>
        </p:txBody>
      </p:sp>
    </p:spTree>
    <p:extLst>
      <p:ext uri="{BB962C8B-B14F-4D97-AF65-F5344CB8AC3E}">
        <p14:creationId xmlns:p14="http://schemas.microsoft.com/office/powerpoint/2010/main" val="2147335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A8303-584F-4D43-B114-DD6726412EA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998ECAF-9899-494D-8AFB-B6BB61F817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FC9631B-130E-401C-8878-105DF46F68BE}"/>
              </a:ext>
            </a:extLst>
          </p:cNvPr>
          <p:cNvSpPr>
            <a:spLocks noGrp="1"/>
          </p:cNvSpPr>
          <p:nvPr>
            <p:ph type="dt" sz="half" idx="10"/>
          </p:nvPr>
        </p:nvSpPr>
        <p:spPr/>
        <p:txBody>
          <a:bodyPr/>
          <a:lstStyle/>
          <a:p>
            <a:fld id="{F7C6131A-4E47-4E44-9A4E-878F4F900A96}" type="datetimeFigureOut">
              <a:rPr lang="en-GB" smtClean="0"/>
              <a:t>13/10/2026</a:t>
            </a:fld>
            <a:endParaRPr lang="en-GB"/>
          </a:p>
        </p:txBody>
      </p:sp>
      <p:sp>
        <p:nvSpPr>
          <p:cNvPr id="5" name="Footer Placeholder 4">
            <a:extLst>
              <a:ext uri="{FF2B5EF4-FFF2-40B4-BE49-F238E27FC236}">
                <a16:creationId xmlns:a16="http://schemas.microsoft.com/office/drawing/2014/main" id="{4F2C881A-C1B2-4DAA-A74C-C50B0C471D5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944ECBA-8C0F-4529-A4EA-9AAF0910F450}"/>
              </a:ext>
            </a:extLst>
          </p:cNvPr>
          <p:cNvSpPr>
            <a:spLocks noGrp="1"/>
          </p:cNvSpPr>
          <p:nvPr>
            <p:ph type="sldNum" sz="quarter" idx="12"/>
          </p:nvPr>
        </p:nvSpPr>
        <p:spPr/>
        <p:txBody>
          <a:bodyPr/>
          <a:lstStyle/>
          <a:p>
            <a:fld id="{C4CF01C0-1D36-4705-BFFF-9D4A09C5B0D2}" type="slidenum">
              <a:rPr lang="en-GB" smtClean="0"/>
              <a:t>‹#›</a:t>
            </a:fld>
            <a:endParaRPr lang="en-GB"/>
          </a:p>
        </p:txBody>
      </p:sp>
    </p:spTree>
    <p:extLst>
      <p:ext uri="{BB962C8B-B14F-4D97-AF65-F5344CB8AC3E}">
        <p14:creationId xmlns:p14="http://schemas.microsoft.com/office/powerpoint/2010/main" val="1779763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2AC3F-AD27-4BA7-89E2-9174653637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2959C19-D523-4FC3-8975-DE7FB5543C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0B6DAF-2D9B-4304-8D47-6F16CB38660B}"/>
              </a:ext>
            </a:extLst>
          </p:cNvPr>
          <p:cNvSpPr>
            <a:spLocks noGrp="1"/>
          </p:cNvSpPr>
          <p:nvPr>
            <p:ph type="dt" sz="half" idx="10"/>
          </p:nvPr>
        </p:nvSpPr>
        <p:spPr/>
        <p:txBody>
          <a:bodyPr/>
          <a:lstStyle/>
          <a:p>
            <a:fld id="{F7C6131A-4E47-4E44-9A4E-878F4F900A96}" type="datetimeFigureOut">
              <a:rPr lang="en-GB" smtClean="0"/>
              <a:t>13/10/2026</a:t>
            </a:fld>
            <a:endParaRPr lang="en-GB"/>
          </a:p>
        </p:txBody>
      </p:sp>
      <p:sp>
        <p:nvSpPr>
          <p:cNvPr id="5" name="Footer Placeholder 4">
            <a:extLst>
              <a:ext uri="{FF2B5EF4-FFF2-40B4-BE49-F238E27FC236}">
                <a16:creationId xmlns:a16="http://schemas.microsoft.com/office/drawing/2014/main" id="{BAF4F666-FBE4-49BE-8492-729962D733C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8B1DFBD-8ACC-4F46-A32D-CCA1C2BA7E21}"/>
              </a:ext>
            </a:extLst>
          </p:cNvPr>
          <p:cNvSpPr>
            <a:spLocks noGrp="1"/>
          </p:cNvSpPr>
          <p:nvPr>
            <p:ph type="sldNum" sz="quarter" idx="12"/>
          </p:nvPr>
        </p:nvSpPr>
        <p:spPr/>
        <p:txBody>
          <a:bodyPr/>
          <a:lstStyle/>
          <a:p>
            <a:fld id="{C4CF01C0-1D36-4705-BFFF-9D4A09C5B0D2}" type="slidenum">
              <a:rPr lang="en-GB" smtClean="0"/>
              <a:t>‹#›</a:t>
            </a:fld>
            <a:endParaRPr lang="en-GB"/>
          </a:p>
        </p:txBody>
      </p:sp>
    </p:spTree>
    <p:extLst>
      <p:ext uri="{BB962C8B-B14F-4D97-AF65-F5344CB8AC3E}">
        <p14:creationId xmlns:p14="http://schemas.microsoft.com/office/powerpoint/2010/main" val="3996121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D906C-5FA0-4E73-9609-166EF4FA017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261CE17-C03E-4B53-AF3D-569EEA50FE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14CE4896-4130-4505-BDFB-BBE000540A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780CCB6-2EE1-4826-AAF4-13131162F995}"/>
              </a:ext>
            </a:extLst>
          </p:cNvPr>
          <p:cNvSpPr>
            <a:spLocks noGrp="1"/>
          </p:cNvSpPr>
          <p:nvPr>
            <p:ph type="dt" sz="half" idx="10"/>
          </p:nvPr>
        </p:nvSpPr>
        <p:spPr/>
        <p:txBody>
          <a:bodyPr/>
          <a:lstStyle/>
          <a:p>
            <a:fld id="{F7C6131A-4E47-4E44-9A4E-878F4F900A96}" type="datetimeFigureOut">
              <a:rPr lang="en-GB" smtClean="0"/>
              <a:t>13/10/2026</a:t>
            </a:fld>
            <a:endParaRPr lang="en-GB"/>
          </a:p>
        </p:txBody>
      </p:sp>
      <p:sp>
        <p:nvSpPr>
          <p:cNvPr id="6" name="Footer Placeholder 5">
            <a:extLst>
              <a:ext uri="{FF2B5EF4-FFF2-40B4-BE49-F238E27FC236}">
                <a16:creationId xmlns:a16="http://schemas.microsoft.com/office/drawing/2014/main" id="{8227E2C4-69D1-4B50-9DAE-2E5E82BD49B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316E134-20D6-4858-A9B0-7F305FBF96CE}"/>
              </a:ext>
            </a:extLst>
          </p:cNvPr>
          <p:cNvSpPr>
            <a:spLocks noGrp="1"/>
          </p:cNvSpPr>
          <p:nvPr>
            <p:ph type="sldNum" sz="quarter" idx="12"/>
          </p:nvPr>
        </p:nvSpPr>
        <p:spPr/>
        <p:txBody>
          <a:bodyPr/>
          <a:lstStyle/>
          <a:p>
            <a:fld id="{C4CF01C0-1D36-4705-BFFF-9D4A09C5B0D2}" type="slidenum">
              <a:rPr lang="en-GB" smtClean="0"/>
              <a:t>‹#›</a:t>
            </a:fld>
            <a:endParaRPr lang="en-GB"/>
          </a:p>
        </p:txBody>
      </p:sp>
    </p:spTree>
    <p:extLst>
      <p:ext uri="{BB962C8B-B14F-4D97-AF65-F5344CB8AC3E}">
        <p14:creationId xmlns:p14="http://schemas.microsoft.com/office/powerpoint/2010/main" val="3782848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33803-D619-4B8F-81CD-382B8263932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0F95BDF-97F2-4ECA-8418-2315A5895E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8E9CE4-7905-4F56-83CF-AD523F64CB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16D0168-8AFD-4B5B-80FC-385E34CAB5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7973F2-3638-4B2D-99BA-C54490E7D2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57D590F-00DD-4181-A5FA-3E2C976E42B1}"/>
              </a:ext>
            </a:extLst>
          </p:cNvPr>
          <p:cNvSpPr>
            <a:spLocks noGrp="1"/>
          </p:cNvSpPr>
          <p:nvPr>
            <p:ph type="dt" sz="half" idx="10"/>
          </p:nvPr>
        </p:nvSpPr>
        <p:spPr/>
        <p:txBody>
          <a:bodyPr/>
          <a:lstStyle/>
          <a:p>
            <a:fld id="{F7C6131A-4E47-4E44-9A4E-878F4F900A96}" type="datetimeFigureOut">
              <a:rPr lang="en-GB" smtClean="0"/>
              <a:t>13/10/2026</a:t>
            </a:fld>
            <a:endParaRPr lang="en-GB"/>
          </a:p>
        </p:txBody>
      </p:sp>
      <p:sp>
        <p:nvSpPr>
          <p:cNvPr id="8" name="Footer Placeholder 7">
            <a:extLst>
              <a:ext uri="{FF2B5EF4-FFF2-40B4-BE49-F238E27FC236}">
                <a16:creationId xmlns:a16="http://schemas.microsoft.com/office/drawing/2014/main" id="{580F3427-FF98-496B-9782-601AC3D5617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48F3E67-5804-4985-9E27-9123361B76E3}"/>
              </a:ext>
            </a:extLst>
          </p:cNvPr>
          <p:cNvSpPr>
            <a:spLocks noGrp="1"/>
          </p:cNvSpPr>
          <p:nvPr>
            <p:ph type="sldNum" sz="quarter" idx="12"/>
          </p:nvPr>
        </p:nvSpPr>
        <p:spPr/>
        <p:txBody>
          <a:bodyPr/>
          <a:lstStyle/>
          <a:p>
            <a:fld id="{C4CF01C0-1D36-4705-BFFF-9D4A09C5B0D2}" type="slidenum">
              <a:rPr lang="en-GB" smtClean="0"/>
              <a:t>‹#›</a:t>
            </a:fld>
            <a:endParaRPr lang="en-GB"/>
          </a:p>
        </p:txBody>
      </p:sp>
    </p:spTree>
    <p:extLst>
      <p:ext uri="{BB962C8B-B14F-4D97-AF65-F5344CB8AC3E}">
        <p14:creationId xmlns:p14="http://schemas.microsoft.com/office/powerpoint/2010/main" val="3372052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96FE6-B5CD-4EE2-AC2D-110FFDE5F88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E6D34CB-1A64-4488-A4E4-903BA9040A39}"/>
              </a:ext>
            </a:extLst>
          </p:cNvPr>
          <p:cNvSpPr>
            <a:spLocks noGrp="1"/>
          </p:cNvSpPr>
          <p:nvPr>
            <p:ph type="dt" sz="half" idx="10"/>
          </p:nvPr>
        </p:nvSpPr>
        <p:spPr/>
        <p:txBody>
          <a:bodyPr/>
          <a:lstStyle/>
          <a:p>
            <a:fld id="{F7C6131A-4E47-4E44-9A4E-878F4F900A96}" type="datetimeFigureOut">
              <a:rPr lang="en-GB" smtClean="0"/>
              <a:t>13/10/2026</a:t>
            </a:fld>
            <a:endParaRPr lang="en-GB"/>
          </a:p>
        </p:txBody>
      </p:sp>
      <p:sp>
        <p:nvSpPr>
          <p:cNvPr id="4" name="Footer Placeholder 3">
            <a:extLst>
              <a:ext uri="{FF2B5EF4-FFF2-40B4-BE49-F238E27FC236}">
                <a16:creationId xmlns:a16="http://schemas.microsoft.com/office/drawing/2014/main" id="{A885CBDE-D525-4763-BC8F-B0AC30D7EA9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74E9E71-BCF4-45FD-9711-71F406592B53}"/>
              </a:ext>
            </a:extLst>
          </p:cNvPr>
          <p:cNvSpPr>
            <a:spLocks noGrp="1"/>
          </p:cNvSpPr>
          <p:nvPr>
            <p:ph type="sldNum" sz="quarter" idx="12"/>
          </p:nvPr>
        </p:nvSpPr>
        <p:spPr/>
        <p:txBody>
          <a:bodyPr/>
          <a:lstStyle/>
          <a:p>
            <a:fld id="{C4CF01C0-1D36-4705-BFFF-9D4A09C5B0D2}" type="slidenum">
              <a:rPr lang="en-GB" smtClean="0"/>
              <a:t>‹#›</a:t>
            </a:fld>
            <a:endParaRPr lang="en-GB"/>
          </a:p>
        </p:txBody>
      </p:sp>
    </p:spTree>
    <p:extLst>
      <p:ext uri="{BB962C8B-B14F-4D97-AF65-F5344CB8AC3E}">
        <p14:creationId xmlns:p14="http://schemas.microsoft.com/office/powerpoint/2010/main" val="2261466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D86EE9-C814-4643-8548-5C234C935AC2}"/>
              </a:ext>
            </a:extLst>
          </p:cNvPr>
          <p:cNvSpPr>
            <a:spLocks noGrp="1"/>
          </p:cNvSpPr>
          <p:nvPr>
            <p:ph type="dt" sz="half" idx="10"/>
          </p:nvPr>
        </p:nvSpPr>
        <p:spPr/>
        <p:txBody>
          <a:bodyPr/>
          <a:lstStyle/>
          <a:p>
            <a:fld id="{F7C6131A-4E47-4E44-9A4E-878F4F900A96}" type="datetimeFigureOut">
              <a:rPr lang="en-GB" smtClean="0"/>
              <a:t>13/10/2026</a:t>
            </a:fld>
            <a:endParaRPr lang="en-GB"/>
          </a:p>
        </p:txBody>
      </p:sp>
      <p:sp>
        <p:nvSpPr>
          <p:cNvPr id="3" name="Footer Placeholder 2">
            <a:extLst>
              <a:ext uri="{FF2B5EF4-FFF2-40B4-BE49-F238E27FC236}">
                <a16:creationId xmlns:a16="http://schemas.microsoft.com/office/drawing/2014/main" id="{C67F869F-725B-4682-A0F5-43FB7CE58A6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B1CFC14-8CBB-46C3-9099-73EDCDED9E7D}"/>
              </a:ext>
            </a:extLst>
          </p:cNvPr>
          <p:cNvSpPr>
            <a:spLocks noGrp="1"/>
          </p:cNvSpPr>
          <p:nvPr>
            <p:ph type="sldNum" sz="quarter" idx="12"/>
          </p:nvPr>
        </p:nvSpPr>
        <p:spPr/>
        <p:txBody>
          <a:bodyPr/>
          <a:lstStyle/>
          <a:p>
            <a:fld id="{C4CF01C0-1D36-4705-BFFF-9D4A09C5B0D2}" type="slidenum">
              <a:rPr lang="en-GB" smtClean="0"/>
              <a:t>‹#›</a:t>
            </a:fld>
            <a:endParaRPr lang="en-GB"/>
          </a:p>
        </p:txBody>
      </p:sp>
    </p:spTree>
    <p:extLst>
      <p:ext uri="{BB962C8B-B14F-4D97-AF65-F5344CB8AC3E}">
        <p14:creationId xmlns:p14="http://schemas.microsoft.com/office/powerpoint/2010/main" val="3233375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EF2F3-7082-489E-B7CD-94144227AB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87036173-5DC3-4104-BAA4-369A346F8E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24B46A1-62DD-459A-A7F7-A721330B16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D0939C-EE42-42AE-B6CA-6686E1122CC9}"/>
              </a:ext>
            </a:extLst>
          </p:cNvPr>
          <p:cNvSpPr>
            <a:spLocks noGrp="1"/>
          </p:cNvSpPr>
          <p:nvPr>
            <p:ph type="dt" sz="half" idx="10"/>
          </p:nvPr>
        </p:nvSpPr>
        <p:spPr/>
        <p:txBody>
          <a:bodyPr/>
          <a:lstStyle/>
          <a:p>
            <a:fld id="{F7C6131A-4E47-4E44-9A4E-878F4F900A96}" type="datetimeFigureOut">
              <a:rPr lang="en-GB" smtClean="0"/>
              <a:t>13/10/2026</a:t>
            </a:fld>
            <a:endParaRPr lang="en-GB"/>
          </a:p>
        </p:txBody>
      </p:sp>
      <p:sp>
        <p:nvSpPr>
          <p:cNvPr id="6" name="Footer Placeholder 5">
            <a:extLst>
              <a:ext uri="{FF2B5EF4-FFF2-40B4-BE49-F238E27FC236}">
                <a16:creationId xmlns:a16="http://schemas.microsoft.com/office/drawing/2014/main" id="{349FC99F-D306-4854-97F4-81B5E6A7DCA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BE6E9FF-02C9-4899-91ED-B46F83B6D084}"/>
              </a:ext>
            </a:extLst>
          </p:cNvPr>
          <p:cNvSpPr>
            <a:spLocks noGrp="1"/>
          </p:cNvSpPr>
          <p:nvPr>
            <p:ph type="sldNum" sz="quarter" idx="12"/>
          </p:nvPr>
        </p:nvSpPr>
        <p:spPr/>
        <p:txBody>
          <a:bodyPr/>
          <a:lstStyle/>
          <a:p>
            <a:fld id="{C4CF01C0-1D36-4705-BFFF-9D4A09C5B0D2}" type="slidenum">
              <a:rPr lang="en-GB" smtClean="0"/>
              <a:t>‹#›</a:t>
            </a:fld>
            <a:endParaRPr lang="en-GB"/>
          </a:p>
        </p:txBody>
      </p:sp>
    </p:spTree>
    <p:extLst>
      <p:ext uri="{BB962C8B-B14F-4D97-AF65-F5344CB8AC3E}">
        <p14:creationId xmlns:p14="http://schemas.microsoft.com/office/powerpoint/2010/main" val="19302526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2B3FE-9EEF-4523-B3EC-C3BF314FE9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DB80C5F-BDFE-48D7-A4A8-1618367E9A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6C49FCC-57A5-4065-8426-EF7D32C5F2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1E1CC6-7534-428D-BB89-6400B3C90260}"/>
              </a:ext>
            </a:extLst>
          </p:cNvPr>
          <p:cNvSpPr>
            <a:spLocks noGrp="1"/>
          </p:cNvSpPr>
          <p:nvPr>
            <p:ph type="dt" sz="half" idx="10"/>
          </p:nvPr>
        </p:nvSpPr>
        <p:spPr/>
        <p:txBody>
          <a:bodyPr/>
          <a:lstStyle/>
          <a:p>
            <a:fld id="{F7C6131A-4E47-4E44-9A4E-878F4F900A96}" type="datetimeFigureOut">
              <a:rPr lang="en-GB" smtClean="0"/>
              <a:t>13/10/2026</a:t>
            </a:fld>
            <a:endParaRPr lang="en-GB"/>
          </a:p>
        </p:txBody>
      </p:sp>
      <p:sp>
        <p:nvSpPr>
          <p:cNvPr id="6" name="Footer Placeholder 5">
            <a:extLst>
              <a:ext uri="{FF2B5EF4-FFF2-40B4-BE49-F238E27FC236}">
                <a16:creationId xmlns:a16="http://schemas.microsoft.com/office/drawing/2014/main" id="{852B8466-B54C-4965-ACCB-59F9D39B4AB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077BCBC-198F-4F1E-B2B0-0A91E580E8EF}"/>
              </a:ext>
            </a:extLst>
          </p:cNvPr>
          <p:cNvSpPr>
            <a:spLocks noGrp="1"/>
          </p:cNvSpPr>
          <p:nvPr>
            <p:ph type="sldNum" sz="quarter" idx="12"/>
          </p:nvPr>
        </p:nvSpPr>
        <p:spPr/>
        <p:txBody>
          <a:bodyPr/>
          <a:lstStyle/>
          <a:p>
            <a:fld id="{C4CF01C0-1D36-4705-BFFF-9D4A09C5B0D2}" type="slidenum">
              <a:rPr lang="en-GB" smtClean="0"/>
              <a:t>‹#›</a:t>
            </a:fld>
            <a:endParaRPr lang="en-GB"/>
          </a:p>
        </p:txBody>
      </p:sp>
    </p:spTree>
    <p:extLst>
      <p:ext uri="{BB962C8B-B14F-4D97-AF65-F5344CB8AC3E}">
        <p14:creationId xmlns:p14="http://schemas.microsoft.com/office/powerpoint/2010/main" val="1040536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A7322-D30C-415C-AD10-2483E32D7BD6}"/>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425E861-D43E-429B-B46E-3685545F7C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1E16780-649F-48A9-B6D5-CE1715C5BFCE}"/>
              </a:ext>
            </a:extLst>
          </p:cNvPr>
          <p:cNvSpPr>
            <a:spLocks noGrp="1"/>
          </p:cNvSpPr>
          <p:nvPr>
            <p:ph type="dt" sz="half" idx="10"/>
          </p:nvPr>
        </p:nvSpPr>
        <p:spPr/>
        <p:txBody>
          <a:bodyPr/>
          <a:lstStyle/>
          <a:p>
            <a:fld id="{F7C6131A-4E47-4E44-9A4E-878F4F900A96}" type="datetimeFigureOut">
              <a:rPr lang="en-GB" smtClean="0"/>
              <a:t>13/10/2026</a:t>
            </a:fld>
            <a:endParaRPr lang="en-GB"/>
          </a:p>
        </p:txBody>
      </p:sp>
      <p:sp>
        <p:nvSpPr>
          <p:cNvPr id="5" name="Footer Placeholder 4">
            <a:extLst>
              <a:ext uri="{FF2B5EF4-FFF2-40B4-BE49-F238E27FC236}">
                <a16:creationId xmlns:a16="http://schemas.microsoft.com/office/drawing/2014/main" id="{540AF729-F610-4D83-BFB3-543AF9F9F8D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DB7448E-8F6E-4443-BF60-954B0748D0B5}"/>
              </a:ext>
            </a:extLst>
          </p:cNvPr>
          <p:cNvSpPr>
            <a:spLocks noGrp="1"/>
          </p:cNvSpPr>
          <p:nvPr>
            <p:ph type="sldNum" sz="quarter" idx="12"/>
          </p:nvPr>
        </p:nvSpPr>
        <p:spPr/>
        <p:txBody>
          <a:bodyPr/>
          <a:lstStyle/>
          <a:p>
            <a:fld id="{C4CF01C0-1D36-4705-BFFF-9D4A09C5B0D2}" type="slidenum">
              <a:rPr lang="en-GB" smtClean="0"/>
              <a:t>‹#›</a:t>
            </a:fld>
            <a:endParaRPr lang="en-GB"/>
          </a:p>
        </p:txBody>
      </p:sp>
    </p:spTree>
    <p:extLst>
      <p:ext uri="{BB962C8B-B14F-4D97-AF65-F5344CB8AC3E}">
        <p14:creationId xmlns:p14="http://schemas.microsoft.com/office/powerpoint/2010/main" val="3030789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F0959A-EC09-4E3A-81ED-9B30FB009B5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29CE9F1-FA39-49AE-863B-63024FE302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820F36E-521F-46AF-9A6F-8CF1E8609BF4}"/>
              </a:ext>
            </a:extLst>
          </p:cNvPr>
          <p:cNvSpPr>
            <a:spLocks noGrp="1"/>
          </p:cNvSpPr>
          <p:nvPr>
            <p:ph type="dt" sz="half" idx="10"/>
          </p:nvPr>
        </p:nvSpPr>
        <p:spPr/>
        <p:txBody>
          <a:bodyPr/>
          <a:lstStyle/>
          <a:p>
            <a:fld id="{F7C6131A-4E47-4E44-9A4E-878F4F900A96}" type="datetimeFigureOut">
              <a:rPr lang="en-GB" smtClean="0"/>
              <a:t>13/10/2026</a:t>
            </a:fld>
            <a:endParaRPr lang="en-GB"/>
          </a:p>
        </p:txBody>
      </p:sp>
      <p:sp>
        <p:nvSpPr>
          <p:cNvPr id="5" name="Footer Placeholder 4">
            <a:extLst>
              <a:ext uri="{FF2B5EF4-FFF2-40B4-BE49-F238E27FC236}">
                <a16:creationId xmlns:a16="http://schemas.microsoft.com/office/drawing/2014/main" id="{0A32E955-1E1A-4292-9246-E8255FEF90E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3E40996-E744-452B-9285-E783E9E21AEE}"/>
              </a:ext>
            </a:extLst>
          </p:cNvPr>
          <p:cNvSpPr>
            <a:spLocks noGrp="1"/>
          </p:cNvSpPr>
          <p:nvPr>
            <p:ph type="sldNum" sz="quarter" idx="12"/>
          </p:nvPr>
        </p:nvSpPr>
        <p:spPr/>
        <p:txBody>
          <a:bodyPr/>
          <a:lstStyle/>
          <a:p>
            <a:fld id="{C4CF01C0-1D36-4705-BFFF-9D4A09C5B0D2}" type="slidenum">
              <a:rPr lang="en-GB" smtClean="0"/>
              <a:t>‹#›</a:t>
            </a:fld>
            <a:endParaRPr lang="en-GB"/>
          </a:p>
        </p:txBody>
      </p:sp>
    </p:spTree>
    <p:extLst>
      <p:ext uri="{BB962C8B-B14F-4D97-AF65-F5344CB8AC3E}">
        <p14:creationId xmlns:p14="http://schemas.microsoft.com/office/powerpoint/2010/main" val="1355739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E624A3-CB98-40C5-910B-D3CC2076A0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547303A-78C5-4C7D-9D54-793B0C1492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FFFA57D-5880-45A2-AC6A-C1CC740A81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C6131A-4E47-4E44-9A4E-878F4F900A96}" type="datetimeFigureOut">
              <a:rPr lang="en-GB" smtClean="0"/>
              <a:t>13/10/2026</a:t>
            </a:fld>
            <a:endParaRPr lang="en-GB"/>
          </a:p>
        </p:txBody>
      </p:sp>
      <p:sp>
        <p:nvSpPr>
          <p:cNvPr id="5" name="Footer Placeholder 4">
            <a:extLst>
              <a:ext uri="{FF2B5EF4-FFF2-40B4-BE49-F238E27FC236}">
                <a16:creationId xmlns:a16="http://schemas.microsoft.com/office/drawing/2014/main" id="{51A14AA3-8BDD-481F-975C-DE3E46CD65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3B3975F-2674-4CE0-A5A1-200BBEE71D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CF01C0-1D36-4705-BFFF-9D4A09C5B0D2}" type="slidenum">
              <a:rPr lang="en-GB" smtClean="0"/>
              <a:t>‹#›</a:t>
            </a:fld>
            <a:endParaRPr lang="en-GB"/>
          </a:p>
        </p:txBody>
      </p:sp>
    </p:spTree>
    <p:extLst>
      <p:ext uri="{BB962C8B-B14F-4D97-AF65-F5344CB8AC3E}">
        <p14:creationId xmlns:p14="http://schemas.microsoft.com/office/powerpoint/2010/main" val="877862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hyperlink" Target="https://lethe-nine.vercel.app/?demo=play"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hyperlink" Target="https://lethe-nine.vercel.app/?demo=pla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5C3C4B51-D9CA-4200-B528-89020E101EE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8BD03D42-3FE9-4BC5-956A-E590254C240E}"/>
              </a:ext>
            </a:extLst>
          </p:cNvPr>
          <p:cNvSpPr txBox="1"/>
          <p:nvPr/>
        </p:nvSpPr>
        <p:spPr>
          <a:xfrm>
            <a:off x="731520" y="97536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your life as a world</a:t>
            </a:r>
          </a:p>
        </p:txBody>
      </p:sp>
      <p:sp>
        <p:nvSpPr>
          <p:cNvPr id="5" name="editable 2">
            <a:extLst>
              <a:ext uri="{FF2B5EF4-FFF2-40B4-BE49-F238E27FC236}">
                <a16:creationId xmlns:a16="http://schemas.microsoft.com/office/drawing/2014/main" id="{7DD79E93-4C9D-4F1D-A645-D0055F11FDAA}"/>
              </a:ext>
            </a:extLst>
          </p:cNvPr>
          <p:cNvSpPr txBox="1"/>
          <p:nvPr/>
        </p:nvSpPr>
        <p:spPr>
          <a:xfrm>
            <a:off x="685800" y="1272540"/>
            <a:ext cx="65" cy="276999"/>
          </a:xfrm>
          <a:prstGeom prst="rect">
            <a:avLst/>
          </a:prstGeom>
          <a:noFill/>
        </p:spPr>
        <p:txBody>
          <a:bodyPr vert="horz" wrap="none" lIns="0" tIns="0" rIns="0" bIns="0" rtlCol="0" anchor="t">
            <a:noAutofit/>
          </a:bodyPr>
          <a:lstStyle/>
          <a:p>
            <a:r>
              <a:rPr lang="en-GB" sz="9720" spc="-420">
                <a:solidFill>
                  <a:srgbClr val="F2EDE3"/>
                </a:solidFill>
                <a:latin typeface="Georgia" panose="02040502050405020303" pitchFamily="18" charset="0"/>
              </a:rPr>
              <a:t>lethe</a:t>
            </a:r>
          </a:p>
        </p:txBody>
      </p:sp>
      <p:sp>
        <p:nvSpPr>
          <p:cNvPr id="6" name="editable 3">
            <a:extLst>
              <a:ext uri="{FF2B5EF4-FFF2-40B4-BE49-F238E27FC236}">
                <a16:creationId xmlns:a16="http://schemas.microsoft.com/office/drawing/2014/main" id="{F2C8B037-D472-4C4A-BA00-80C0304EFF1E}"/>
              </a:ext>
            </a:extLst>
          </p:cNvPr>
          <p:cNvSpPr txBox="1"/>
          <p:nvPr/>
        </p:nvSpPr>
        <p:spPr>
          <a:xfrm>
            <a:off x="731520" y="2825115"/>
            <a:ext cx="65" cy="276999"/>
          </a:xfrm>
          <a:prstGeom prst="rect">
            <a:avLst/>
          </a:prstGeom>
          <a:noFill/>
        </p:spPr>
        <p:txBody>
          <a:bodyPr vert="horz" wrap="none" lIns="0" tIns="0" rIns="0" bIns="0" rtlCol="0" anchor="t">
            <a:noAutofit/>
          </a:bodyPr>
          <a:lstStyle/>
          <a:p>
            <a:r>
              <a:rPr lang="en-GB" sz="2040">
                <a:solidFill>
                  <a:srgbClr val="F2EDE3"/>
                </a:solidFill>
                <a:latin typeface="Segoe UI" panose="020B0502040204020203" pitchFamily="34" charset="0"/>
              </a:rPr>
              <a:t>a life becomes a garden</a:t>
            </a:r>
          </a:p>
        </p:txBody>
      </p:sp>
      <p:sp>
        <p:nvSpPr>
          <p:cNvPr id="7" name="editable 4">
            <a:extLst>
              <a:ext uri="{FF2B5EF4-FFF2-40B4-BE49-F238E27FC236}">
                <a16:creationId xmlns:a16="http://schemas.microsoft.com/office/drawing/2014/main" id="{FD031970-E639-4490-9246-3B42003F992A}"/>
              </a:ext>
            </a:extLst>
          </p:cNvPr>
          <p:cNvSpPr txBox="1"/>
          <p:nvPr/>
        </p:nvSpPr>
        <p:spPr>
          <a:xfrm>
            <a:off x="731520" y="5951220"/>
            <a:ext cx="65" cy="276999"/>
          </a:xfrm>
          <a:prstGeom prst="rect">
            <a:avLst/>
          </a:prstGeom>
          <a:noFill/>
        </p:spPr>
        <p:txBody>
          <a:bodyPr vert="horz" wrap="none" lIns="0" tIns="0" rIns="0" bIns="0" rtlCol="0" anchor="t">
            <a:noAutofit/>
          </a:bodyPr>
          <a:lstStyle/>
          <a:p>
            <a:r>
              <a:rPr lang="en-GB" sz="1320">
                <a:solidFill>
                  <a:srgbClr val="AAB3C3"/>
                </a:solidFill>
                <a:latin typeface="Segoe UI" panose="020B0502040204020203" pitchFamily="34" charset="0"/>
              </a:rPr>
              <a:t>what would you choose to keep in bloom?</a:t>
            </a:r>
          </a:p>
        </p:txBody>
      </p:sp>
    </p:spTree>
    <p:extLst>
      <p:ext uri="{BB962C8B-B14F-4D97-AF65-F5344CB8AC3E}">
        <p14:creationId xmlns:p14="http://schemas.microsoft.com/office/powerpoint/2010/main" val="2924605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E9211AC3-C86B-4123-A809-3DD9B717B6E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691660A5-58B7-484B-B588-432CD22C0BD4}"/>
              </a:ext>
            </a:extLst>
          </p:cNvPr>
          <p:cNvSpPr txBox="1"/>
          <p:nvPr/>
        </p:nvSpPr>
        <p:spPr>
          <a:xfrm>
            <a:off x="731520" y="118872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a moment for the room</a:t>
            </a:r>
          </a:p>
        </p:txBody>
      </p:sp>
      <p:sp>
        <p:nvSpPr>
          <p:cNvPr id="5" name="editable 2">
            <a:extLst>
              <a:ext uri="{FF2B5EF4-FFF2-40B4-BE49-F238E27FC236}">
                <a16:creationId xmlns:a16="http://schemas.microsoft.com/office/drawing/2014/main" id="{810735F6-1FA1-4189-B8D1-AE34FC68D371}"/>
              </a:ext>
            </a:extLst>
          </p:cNvPr>
          <p:cNvSpPr txBox="1"/>
          <p:nvPr/>
        </p:nvSpPr>
        <p:spPr>
          <a:xfrm>
            <a:off x="731520" y="1577340"/>
            <a:ext cx="65" cy="276999"/>
          </a:xfrm>
          <a:prstGeom prst="rect">
            <a:avLst/>
          </a:prstGeom>
          <a:noFill/>
        </p:spPr>
        <p:txBody>
          <a:bodyPr vert="horz" wrap="none" lIns="0" tIns="0" rIns="0" bIns="0" rtlCol="0" anchor="t">
            <a:noAutofit/>
          </a:bodyPr>
          <a:lstStyle/>
          <a:p>
            <a:r>
              <a:rPr lang="en-GB" sz="5820" spc="-120">
                <a:solidFill>
                  <a:srgbClr val="F2EDE3"/>
                </a:solidFill>
                <a:latin typeface="Georgia" panose="02040502050405020303" pitchFamily="18" charset="0"/>
              </a:rPr>
              <a:t>hold one memory</a:t>
            </a:r>
          </a:p>
        </p:txBody>
      </p:sp>
      <p:sp>
        <p:nvSpPr>
          <p:cNvPr id="6" name="editable 3">
            <a:extLst>
              <a:ext uri="{FF2B5EF4-FFF2-40B4-BE49-F238E27FC236}">
                <a16:creationId xmlns:a16="http://schemas.microsoft.com/office/drawing/2014/main" id="{B6D4B212-F0A5-40B7-9929-D9E09DD9798E}"/>
              </a:ext>
            </a:extLst>
          </p:cNvPr>
          <p:cNvSpPr txBox="1"/>
          <p:nvPr/>
        </p:nvSpPr>
        <p:spPr>
          <a:xfrm>
            <a:off x="731520" y="2390299"/>
            <a:ext cx="65" cy="276999"/>
          </a:xfrm>
          <a:prstGeom prst="rect">
            <a:avLst/>
          </a:prstGeom>
          <a:noFill/>
        </p:spPr>
        <p:txBody>
          <a:bodyPr vert="horz" wrap="none" lIns="0" tIns="0" rIns="0" bIns="0" rtlCol="0" anchor="t">
            <a:noAutofit/>
          </a:bodyPr>
          <a:lstStyle/>
          <a:p>
            <a:r>
              <a:rPr lang="en-GB" sz="5820" spc="-120">
                <a:solidFill>
                  <a:srgbClr val="F2EDE3"/>
                </a:solidFill>
                <a:latin typeface="Georgia" panose="02040502050405020303" pitchFamily="18" charset="0"/>
              </a:rPr>
              <a:t>in your mind</a:t>
            </a:r>
          </a:p>
        </p:txBody>
      </p:sp>
      <p:sp>
        <p:nvSpPr>
          <p:cNvPr id="7" name="editable 4">
            <a:extLst>
              <a:ext uri="{FF2B5EF4-FFF2-40B4-BE49-F238E27FC236}">
                <a16:creationId xmlns:a16="http://schemas.microsoft.com/office/drawing/2014/main" id="{390EB928-CA11-4637-ADEE-A8685EF76343}"/>
              </a:ext>
            </a:extLst>
          </p:cNvPr>
          <p:cNvSpPr txBox="1"/>
          <p:nvPr/>
        </p:nvSpPr>
        <p:spPr>
          <a:xfrm>
            <a:off x="731520" y="3485197"/>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you can keep it to yourself.</a:t>
            </a:r>
          </a:p>
        </p:txBody>
      </p:sp>
      <p:sp>
        <p:nvSpPr>
          <p:cNvPr id="8" name="editable 5">
            <a:extLst>
              <a:ext uri="{FF2B5EF4-FFF2-40B4-BE49-F238E27FC236}">
                <a16:creationId xmlns:a16="http://schemas.microsoft.com/office/drawing/2014/main" id="{A067407D-24D0-4D43-813C-879EA8064524}"/>
              </a:ext>
            </a:extLst>
          </p:cNvPr>
          <p:cNvSpPr txBox="1"/>
          <p:nvPr/>
        </p:nvSpPr>
        <p:spPr>
          <a:xfrm>
            <a:off x="731520" y="3827621"/>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what kind of fragment is it?</a:t>
            </a:r>
          </a:p>
        </p:txBody>
      </p:sp>
      <p:sp>
        <p:nvSpPr>
          <p:cNvPr id="9" name="editable 6">
            <a:extLst>
              <a:ext uri="{FF2B5EF4-FFF2-40B4-BE49-F238E27FC236}">
                <a16:creationId xmlns:a16="http://schemas.microsoft.com/office/drawing/2014/main" id="{D12D105C-4112-47F0-B379-B14455DCF9CF}"/>
              </a:ext>
            </a:extLst>
          </p:cNvPr>
          <p:cNvSpPr txBox="1"/>
          <p:nvPr/>
        </p:nvSpPr>
        <p:spPr>
          <a:xfrm>
            <a:off x="731520" y="4665345"/>
            <a:ext cx="65" cy="276999"/>
          </a:xfrm>
          <a:prstGeom prst="rect">
            <a:avLst/>
          </a:prstGeom>
          <a:noFill/>
        </p:spPr>
        <p:txBody>
          <a:bodyPr vert="horz" wrap="none" lIns="0" tIns="0" rIns="0" bIns="0" rtlCol="0" anchor="t">
            <a:noAutofit/>
          </a:bodyPr>
          <a:lstStyle/>
          <a:p>
            <a:r>
              <a:rPr lang="en-GB" sz="1500">
                <a:solidFill>
                  <a:srgbClr val="AAB3C3"/>
                </a:solidFill>
                <a:latin typeface="Segoe UI" panose="020B0502040204020203" pitchFamily="34" charset="0"/>
              </a:rPr>
              <a:t>a sentence</a:t>
            </a:r>
          </a:p>
        </p:txBody>
      </p:sp>
      <p:sp>
        <p:nvSpPr>
          <p:cNvPr id="10" name="editable 7">
            <a:extLst>
              <a:ext uri="{FF2B5EF4-FFF2-40B4-BE49-F238E27FC236}">
                <a16:creationId xmlns:a16="http://schemas.microsoft.com/office/drawing/2014/main" id="{B3DE5D4E-EE19-4BE1-99C3-EF9E79C717C6}"/>
              </a:ext>
            </a:extLst>
          </p:cNvPr>
          <p:cNvSpPr txBox="1"/>
          <p:nvPr/>
        </p:nvSpPr>
        <p:spPr>
          <a:xfrm>
            <a:off x="1963817" y="4665345"/>
            <a:ext cx="65" cy="276999"/>
          </a:xfrm>
          <a:prstGeom prst="rect">
            <a:avLst/>
          </a:prstGeom>
          <a:noFill/>
        </p:spPr>
        <p:txBody>
          <a:bodyPr vert="horz" wrap="none" lIns="0" tIns="0" rIns="0" bIns="0" rtlCol="0" anchor="t">
            <a:noAutofit/>
          </a:bodyPr>
          <a:lstStyle/>
          <a:p>
            <a:r>
              <a:rPr lang="en-GB" sz="1500">
                <a:solidFill>
                  <a:srgbClr val="AAB3C3"/>
                </a:solidFill>
                <a:latin typeface="Segoe UI" panose="020B0502040204020203" pitchFamily="34" charset="0"/>
              </a:rPr>
              <a:t>a song</a:t>
            </a:r>
          </a:p>
        </p:txBody>
      </p:sp>
      <p:sp>
        <p:nvSpPr>
          <p:cNvPr id="11" name="editable 8">
            <a:extLst>
              <a:ext uri="{FF2B5EF4-FFF2-40B4-BE49-F238E27FC236}">
                <a16:creationId xmlns:a16="http://schemas.microsoft.com/office/drawing/2014/main" id="{7399A56C-6D28-4B1E-B968-C5456F600E5C}"/>
              </a:ext>
            </a:extLst>
          </p:cNvPr>
          <p:cNvSpPr txBox="1"/>
          <p:nvPr/>
        </p:nvSpPr>
        <p:spPr>
          <a:xfrm>
            <a:off x="2860715" y="4665345"/>
            <a:ext cx="65" cy="276999"/>
          </a:xfrm>
          <a:prstGeom prst="rect">
            <a:avLst/>
          </a:prstGeom>
          <a:noFill/>
        </p:spPr>
        <p:txBody>
          <a:bodyPr vert="horz" wrap="none" lIns="0" tIns="0" rIns="0" bIns="0" rtlCol="0" anchor="t">
            <a:noAutofit/>
          </a:bodyPr>
          <a:lstStyle/>
          <a:p>
            <a:r>
              <a:rPr lang="en-GB" sz="1500">
                <a:solidFill>
                  <a:srgbClr val="AAB3C3"/>
                </a:solidFill>
                <a:latin typeface="Segoe UI" panose="020B0502040204020203" pitchFamily="34" charset="0"/>
              </a:rPr>
              <a:t>a place</a:t>
            </a:r>
          </a:p>
        </p:txBody>
      </p:sp>
      <p:sp>
        <p:nvSpPr>
          <p:cNvPr id="12" name="editable 9">
            <a:extLst>
              <a:ext uri="{FF2B5EF4-FFF2-40B4-BE49-F238E27FC236}">
                <a16:creationId xmlns:a16="http://schemas.microsoft.com/office/drawing/2014/main" id="{9F195D4C-BFB2-4AD1-BE20-944BD1F1A503}"/>
              </a:ext>
            </a:extLst>
          </p:cNvPr>
          <p:cNvSpPr txBox="1"/>
          <p:nvPr/>
        </p:nvSpPr>
        <p:spPr>
          <a:xfrm>
            <a:off x="3787854" y="4665345"/>
            <a:ext cx="65" cy="276999"/>
          </a:xfrm>
          <a:prstGeom prst="rect">
            <a:avLst/>
          </a:prstGeom>
          <a:noFill/>
        </p:spPr>
        <p:txBody>
          <a:bodyPr vert="horz" wrap="none" lIns="0" tIns="0" rIns="0" bIns="0" rtlCol="0" anchor="t">
            <a:noAutofit/>
          </a:bodyPr>
          <a:lstStyle/>
          <a:p>
            <a:r>
              <a:rPr lang="en-GB" sz="1500">
                <a:solidFill>
                  <a:srgbClr val="AAB3C3"/>
                </a:solidFill>
                <a:latin typeface="Segoe UI" panose="020B0502040204020203" pitchFamily="34" charset="0"/>
              </a:rPr>
              <a:t>a photograph</a:t>
            </a:r>
          </a:p>
        </p:txBody>
      </p:sp>
      <p:sp>
        <p:nvSpPr>
          <p:cNvPr id="13" name="editable 10">
            <a:extLst>
              <a:ext uri="{FF2B5EF4-FFF2-40B4-BE49-F238E27FC236}">
                <a16:creationId xmlns:a16="http://schemas.microsoft.com/office/drawing/2014/main" id="{85EC235A-8940-48A4-9E47-9F116A4FF5B3}"/>
              </a:ext>
            </a:extLst>
          </p:cNvPr>
          <p:cNvSpPr txBox="1"/>
          <p:nvPr/>
        </p:nvSpPr>
        <p:spPr>
          <a:xfrm>
            <a:off x="731520" y="5229225"/>
            <a:ext cx="65" cy="276999"/>
          </a:xfrm>
          <a:prstGeom prst="rect">
            <a:avLst/>
          </a:prstGeom>
          <a:noFill/>
        </p:spPr>
        <p:txBody>
          <a:bodyPr vert="horz" wrap="none" lIns="0" tIns="0" rIns="0" bIns="0" rtlCol="0" anchor="t">
            <a:noAutofit/>
          </a:bodyPr>
          <a:lstStyle/>
          <a:p>
            <a:r>
              <a:rPr lang="en-GB" sz="2160">
                <a:solidFill>
                  <a:srgbClr val="F1CE94"/>
                </a:solidFill>
                <a:latin typeface="Georgia" panose="02040502050405020303" pitchFamily="18" charset="0"/>
              </a:rPr>
              <a:t>someone’s voice. a familiar room. one ordinary moment.</a:t>
            </a:r>
          </a:p>
        </p:txBody>
      </p:sp>
    </p:spTree>
    <p:extLst>
      <p:ext uri="{BB962C8B-B14F-4D97-AF65-F5344CB8AC3E}">
        <p14:creationId xmlns:p14="http://schemas.microsoft.com/office/powerpoint/2010/main" val="1250360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4EE8E0F4-12DB-48E9-8546-D5DD2A6ED08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154137D0-2773-4B49-8F2A-B2420BDA7587}"/>
              </a:ext>
            </a:extLst>
          </p:cNvPr>
          <p:cNvSpPr txBox="1"/>
          <p:nvPr/>
        </p:nvSpPr>
        <p:spPr>
          <a:xfrm>
            <a:off x="731520" y="80010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one fictional life</a:t>
            </a:r>
          </a:p>
        </p:txBody>
      </p:sp>
      <p:sp>
        <p:nvSpPr>
          <p:cNvPr id="5" name="editable 2">
            <a:extLst>
              <a:ext uri="{FF2B5EF4-FFF2-40B4-BE49-F238E27FC236}">
                <a16:creationId xmlns:a16="http://schemas.microsoft.com/office/drawing/2014/main" id="{388CB80D-D436-44C3-BF27-37ED0EEDF236}"/>
              </a:ext>
            </a:extLst>
          </p:cNvPr>
          <p:cNvSpPr txBox="1"/>
          <p:nvPr/>
        </p:nvSpPr>
        <p:spPr>
          <a:xfrm>
            <a:off x="731520" y="1188720"/>
            <a:ext cx="65" cy="276999"/>
          </a:xfrm>
          <a:prstGeom prst="rect">
            <a:avLst/>
          </a:prstGeom>
          <a:noFill/>
        </p:spPr>
        <p:txBody>
          <a:bodyPr vert="horz" wrap="none" lIns="0" tIns="0" rIns="0" bIns="0" rtlCol="0" anchor="t">
            <a:noAutofit/>
          </a:bodyPr>
          <a:lstStyle/>
          <a:p>
            <a:r>
              <a:rPr lang="en-GB" sz="4980" spc="-120">
                <a:solidFill>
                  <a:srgbClr val="F2EDE3"/>
                </a:solidFill>
                <a:latin typeface="Georgia" panose="02040502050405020303" pitchFamily="18" charset="0"/>
              </a:rPr>
              <a:t>her words</a:t>
            </a:r>
          </a:p>
        </p:txBody>
      </p:sp>
      <p:sp>
        <p:nvSpPr>
          <p:cNvPr id="6" name="editable 3">
            <a:extLst>
              <a:ext uri="{FF2B5EF4-FFF2-40B4-BE49-F238E27FC236}">
                <a16:creationId xmlns:a16="http://schemas.microsoft.com/office/drawing/2014/main" id="{3D6B6915-971A-47C0-9770-F0E02D1DF018}"/>
              </a:ext>
            </a:extLst>
          </p:cNvPr>
          <p:cNvSpPr txBox="1"/>
          <p:nvPr/>
        </p:nvSpPr>
        <p:spPr>
          <a:xfrm>
            <a:off x="731520" y="2173962"/>
            <a:ext cx="65" cy="276999"/>
          </a:xfrm>
          <a:prstGeom prst="rect">
            <a:avLst/>
          </a:prstGeom>
          <a:noFill/>
        </p:spPr>
        <p:txBody>
          <a:bodyPr vert="horz" wrap="none" lIns="0" tIns="0" rIns="0" bIns="0" rtlCol="0" anchor="t">
            <a:noAutofit/>
          </a:bodyPr>
          <a:lstStyle/>
          <a:p>
            <a:r>
              <a:rPr lang="en-GB" sz="4020">
                <a:solidFill>
                  <a:srgbClr val="F1CE94"/>
                </a:solidFill>
                <a:latin typeface="Georgia" panose="02040502050405020303" pitchFamily="18" charset="0"/>
              </a:rPr>
              <a:t>“You don’t have </a:t>
            </a:r>
          </a:p>
        </p:txBody>
      </p:sp>
      <p:sp>
        <p:nvSpPr>
          <p:cNvPr id="7" name="editable 4">
            <a:extLst>
              <a:ext uri="{FF2B5EF4-FFF2-40B4-BE49-F238E27FC236}">
                <a16:creationId xmlns:a16="http://schemas.microsoft.com/office/drawing/2014/main" id="{6C9B5E53-5BA0-4DE6-BA5C-9A7DA9B350FB}"/>
              </a:ext>
            </a:extLst>
          </p:cNvPr>
          <p:cNvSpPr txBox="1"/>
          <p:nvPr/>
        </p:nvSpPr>
        <p:spPr>
          <a:xfrm>
            <a:off x="731520" y="2801898"/>
            <a:ext cx="65" cy="276999"/>
          </a:xfrm>
          <a:prstGeom prst="rect">
            <a:avLst/>
          </a:prstGeom>
          <a:noFill/>
        </p:spPr>
        <p:txBody>
          <a:bodyPr vert="horz" wrap="none" lIns="0" tIns="0" rIns="0" bIns="0" rtlCol="0" anchor="t">
            <a:noAutofit/>
          </a:bodyPr>
          <a:lstStyle/>
          <a:p>
            <a:r>
              <a:rPr lang="en-GB" sz="4020">
                <a:solidFill>
                  <a:srgbClr val="F1CE94"/>
                </a:solidFill>
                <a:latin typeface="Georgia" panose="02040502050405020303" pitchFamily="18" charset="0"/>
              </a:rPr>
              <a:t>to be brave all the </a:t>
            </a:r>
          </a:p>
        </p:txBody>
      </p:sp>
      <p:sp>
        <p:nvSpPr>
          <p:cNvPr id="8" name="editable 5">
            <a:extLst>
              <a:ext uri="{FF2B5EF4-FFF2-40B4-BE49-F238E27FC236}">
                <a16:creationId xmlns:a16="http://schemas.microsoft.com/office/drawing/2014/main" id="{7B70E8FA-3C12-4F8E-8829-22A5D1D4437C}"/>
              </a:ext>
            </a:extLst>
          </p:cNvPr>
          <p:cNvSpPr txBox="1"/>
          <p:nvPr/>
        </p:nvSpPr>
        <p:spPr>
          <a:xfrm>
            <a:off x="731520" y="3429833"/>
            <a:ext cx="65" cy="276999"/>
          </a:xfrm>
          <a:prstGeom prst="rect">
            <a:avLst/>
          </a:prstGeom>
          <a:noFill/>
        </p:spPr>
        <p:txBody>
          <a:bodyPr vert="horz" wrap="none" lIns="0" tIns="0" rIns="0" bIns="0" rtlCol="0" anchor="t">
            <a:noAutofit/>
          </a:bodyPr>
          <a:lstStyle/>
          <a:p>
            <a:r>
              <a:rPr lang="en-GB" sz="4020">
                <a:solidFill>
                  <a:srgbClr val="F1CE94"/>
                </a:solidFill>
                <a:latin typeface="Georgia" panose="02040502050405020303" pitchFamily="18" charset="0"/>
              </a:rPr>
              <a:t>time.”</a:t>
            </a:r>
          </a:p>
        </p:txBody>
      </p:sp>
      <p:sp>
        <p:nvSpPr>
          <p:cNvPr id="9" name="editable 6">
            <a:extLst>
              <a:ext uri="{FF2B5EF4-FFF2-40B4-BE49-F238E27FC236}">
                <a16:creationId xmlns:a16="http://schemas.microsoft.com/office/drawing/2014/main" id="{3680CD9D-B5F6-4392-959F-775B994D9B63}"/>
              </a:ext>
            </a:extLst>
          </p:cNvPr>
          <p:cNvSpPr txBox="1"/>
          <p:nvPr/>
        </p:nvSpPr>
        <p:spPr>
          <a:xfrm>
            <a:off x="731520" y="4339709"/>
            <a:ext cx="65" cy="276999"/>
          </a:xfrm>
          <a:prstGeom prst="rect">
            <a:avLst/>
          </a:prstGeom>
          <a:noFill/>
        </p:spPr>
        <p:txBody>
          <a:bodyPr vert="horz" wrap="none" lIns="0" tIns="0" rIns="0" bIns="0" rtlCol="0" anchor="t">
            <a:noAutofit/>
          </a:bodyPr>
          <a:lstStyle/>
          <a:p>
            <a:r>
              <a:rPr lang="en-GB" sz="1560">
                <a:solidFill>
                  <a:srgbClr val="AAB3C3"/>
                </a:solidFill>
                <a:latin typeface="Segoe UI" panose="020B0502040204020203" pitchFamily="34" charset="0"/>
              </a:rPr>
              <a:t>grandma mei’s kitchen.</a:t>
            </a:r>
          </a:p>
        </p:txBody>
      </p:sp>
      <p:sp>
        <p:nvSpPr>
          <p:cNvPr id="10" name="editable 7">
            <a:extLst>
              <a:ext uri="{FF2B5EF4-FFF2-40B4-BE49-F238E27FC236}">
                <a16:creationId xmlns:a16="http://schemas.microsoft.com/office/drawing/2014/main" id="{229EDD6A-675D-40E9-AAC4-57CCC453F4CD}"/>
              </a:ext>
            </a:extLst>
          </p:cNvPr>
          <p:cNvSpPr txBox="1"/>
          <p:nvPr/>
        </p:nvSpPr>
        <p:spPr>
          <a:xfrm>
            <a:off x="731520" y="4646771"/>
            <a:ext cx="65" cy="276999"/>
          </a:xfrm>
          <a:prstGeom prst="rect">
            <a:avLst/>
          </a:prstGeom>
          <a:noFill/>
        </p:spPr>
        <p:txBody>
          <a:bodyPr vert="horz" wrap="none" lIns="0" tIns="0" rIns="0" bIns="0" rtlCol="0" anchor="t">
            <a:noAutofit/>
          </a:bodyPr>
          <a:lstStyle/>
          <a:p>
            <a:r>
              <a:rPr lang="en-GB" sz="1560">
                <a:solidFill>
                  <a:srgbClr val="AAB3C3"/>
                </a:solidFill>
                <a:latin typeface="Segoe UI" panose="020B0502040204020203" pitchFamily="34" charset="0"/>
              </a:rPr>
              <a:t>the music she played.</a:t>
            </a:r>
          </a:p>
        </p:txBody>
      </p:sp>
      <p:sp>
        <p:nvSpPr>
          <p:cNvPr id="11" name="editable 8">
            <a:extLst>
              <a:ext uri="{FF2B5EF4-FFF2-40B4-BE49-F238E27FC236}">
                <a16:creationId xmlns:a16="http://schemas.microsoft.com/office/drawing/2014/main" id="{6395FE81-488A-473E-9C87-072F8711A5B1}"/>
              </a:ext>
            </a:extLst>
          </p:cNvPr>
          <p:cNvSpPr txBox="1"/>
          <p:nvPr/>
        </p:nvSpPr>
        <p:spPr>
          <a:xfrm>
            <a:off x="731520" y="4953833"/>
            <a:ext cx="65" cy="276999"/>
          </a:xfrm>
          <a:prstGeom prst="rect">
            <a:avLst/>
          </a:prstGeom>
          <a:noFill/>
        </p:spPr>
        <p:txBody>
          <a:bodyPr vert="horz" wrap="none" lIns="0" tIns="0" rIns="0" bIns="0" rtlCol="0" anchor="t">
            <a:noAutofit/>
          </a:bodyPr>
          <a:lstStyle/>
          <a:p>
            <a:r>
              <a:rPr lang="en-GB" sz="1560">
                <a:solidFill>
                  <a:srgbClr val="AAB3C3"/>
                </a:solidFill>
                <a:latin typeface="Segoe UI" panose="020B0502040204020203" pitchFamily="34" charset="0"/>
              </a:rPr>
              <a:t>different moments, one person.</a:t>
            </a:r>
          </a:p>
        </p:txBody>
      </p:sp>
    </p:spTree>
    <p:extLst>
      <p:ext uri="{BB962C8B-B14F-4D97-AF65-F5344CB8AC3E}">
        <p14:creationId xmlns:p14="http://schemas.microsoft.com/office/powerpoint/2010/main" val="2282669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58642387-38F9-4500-A3C1-A325C6FEE19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2DE25956-BFE1-4754-BEF0-E27AB87F8EDF}"/>
              </a:ext>
            </a:extLst>
          </p:cNvPr>
          <p:cNvSpPr txBox="1"/>
          <p:nvPr/>
        </p:nvSpPr>
        <p:spPr>
          <a:xfrm>
            <a:off x="731520" y="79248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a choice for the audience</a:t>
            </a:r>
          </a:p>
        </p:txBody>
      </p:sp>
      <p:sp>
        <p:nvSpPr>
          <p:cNvPr id="5" name="editable 2">
            <a:extLst>
              <a:ext uri="{FF2B5EF4-FFF2-40B4-BE49-F238E27FC236}">
                <a16:creationId xmlns:a16="http://schemas.microsoft.com/office/drawing/2014/main" id="{D199E276-5B99-4D54-89A0-F3E7B0C1DDC8}"/>
              </a:ext>
            </a:extLst>
          </p:cNvPr>
          <p:cNvSpPr txBox="1"/>
          <p:nvPr/>
        </p:nvSpPr>
        <p:spPr>
          <a:xfrm>
            <a:off x="731520" y="1181100"/>
            <a:ext cx="65" cy="276999"/>
          </a:xfrm>
          <a:prstGeom prst="rect">
            <a:avLst/>
          </a:prstGeom>
          <a:noFill/>
        </p:spPr>
        <p:txBody>
          <a:bodyPr vert="horz" wrap="none" lIns="0" tIns="0" rIns="0" bIns="0" rtlCol="0" anchor="t">
            <a:noAutofit/>
          </a:bodyPr>
          <a:lstStyle/>
          <a:p>
            <a:r>
              <a:rPr lang="en-GB" sz="4980" spc="-120">
                <a:solidFill>
                  <a:srgbClr val="F2EDE3"/>
                </a:solidFill>
                <a:latin typeface="Georgia" panose="02040502050405020303" pitchFamily="18" charset="0"/>
              </a:rPr>
              <a:t>one light.</a:t>
            </a:r>
          </a:p>
        </p:txBody>
      </p:sp>
      <p:sp>
        <p:nvSpPr>
          <p:cNvPr id="6" name="editable 3">
            <a:extLst>
              <a:ext uri="{FF2B5EF4-FFF2-40B4-BE49-F238E27FC236}">
                <a16:creationId xmlns:a16="http://schemas.microsoft.com/office/drawing/2014/main" id="{88EBF361-56F6-4586-87FB-9E376F2B2D30}"/>
              </a:ext>
            </a:extLst>
          </p:cNvPr>
          <p:cNvSpPr txBox="1"/>
          <p:nvPr/>
        </p:nvSpPr>
        <p:spPr>
          <a:xfrm>
            <a:off x="731520" y="1876782"/>
            <a:ext cx="65" cy="276999"/>
          </a:xfrm>
          <a:prstGeom prst="rect">
            <a:avLst/>
          </a:prstGeom>
          <a:noFill/>
        </p:spPr>
        <p:txBody>
          <a:bodyPr vert="horz" wrap="none" lIns="0" tIns="0" rIns="0" bIns="0" rtlCol="0" anchor="t">
            <a:noAutofit/>
          </a:bodyPr>
          <a:lstStyle/>
          <a:p>
            <a:r>
              <a:rPr lang="en-GB" sz="4980" spc="-120">
                <a:solidFill>
                  <a:srgbClr val="F2EDE3"/>
                </a:solidFill>
                <a:latin typeface="Georgia" panose="02040502050405020303" pitchFamily="18" charset="0"/>
              </a:rPr>
              <a:t>where would you place it?</a:t>
            </a:r>
          </a:p>
        </p:txBody>
      </p:sp>
      <p:sp>
        <p:nvSpPr>
          <p:cNvPr id="7" name="editable 4">
            <a:extLst>
              <a:ext uri="{FF2B5EF4-FFF2-40B4-BE49-F238E27FC236}">
                <a16:creationId xmlns:a16="http://schemas.microsoft.com/office/drawing/2014/main" id="{BAD9AD78-2EE6-4014-BE8C-71B8DCEEEF09}"/>
              </a:ext>
            </a:extLst>
          </p:cNvPr>
          <p:cNvSpPr txBox="1"/>
          <p:nvPr/>
        </p:nvSpPr>
        <p:spPr>
          <a:xfrm>
            <a:off x="731520" y="2854404"/>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raise a hand for the memory you would tend.</a:t>
            </a:r>
          </a:p>
        </p:txBody>
      </p:sp>
      <p:sp>
        <p:nvSpPr>
          <p:cNvPr id="8" name="editable 5">
            <a:extLst>
              <a:ext uri="{FF2B5EF4-FFF2-40B4-BE49-F238E27FC236}">
                <a16:creationId xmlns:a16="http://schemas.microsoft.com/office/drawing/2014/main" id="{7416BDD1-1754-4F87-9E19-80D59B97142C}"/>
              </a:ext>
            </a:extLst>
          </p:cNvPr>
          <p:cNvSpPr txBox="1"/>
          <p:nvPr/>
        </p:nvSpPr>
        <p:spPr>
          <a:xfrm>
            <a:off x="731520" y="4036933"/>
            <a:ext cx="65" cy="276999"/>
          </a:xfrm>
          <a:prstGeom prst="rect">
            <a:avLst/>
          </a:prstGeom>
          <a:noFill/>
        </p:spPr>
        <p:txBody>
          <a:bodyPr vert="horz" wrap="none" lIns="0" tIns="0" rIns="0" bIns="0" rtlCol="0" anchor="t">
            <a:noAutofit/>
          </a:bodyPr>
          <a:lstStyle/>
          <a:p>
            <a:r>
              <a:rPr lang="en-GB" sz="2700">
                <a:solidFill>
                  <a:srgbClr val="F2EDE3"/>
                </a:solidFill>
                <a:latin typeface="Georgia" panose="02040502050405020303" pitchFamily="18" charset="0"/>
              </a:rPr>
              <a:t>grandma mei’s words</a:t>
            </a:r>
          </a:p>
        </p:txBody>
      </p:sp>
      <p:sp>
        <p:nvSpPr>
          <p:cNvPr id="9" name="editable 6">
            <a:extLst>
              <a:ext uri="{FF2B5EF4-FFF2-40B4-BE49-F238E27FC236}">
                <a16:creationId xmlns:a16="http://schemas.microsoft.com/office/drawing/2014/main" id="{B7C62C9E-ADB7-4413-82A3-DF77386144C4}"/>
              </a:ext>
            </a:extLst>
          </p:cNvPr>
          <p:cNvSpPr txBox="1"/>
          <p:nvPr/>
        </p:nvSpPr>
        <p:spPr>
          <a:xfrm>
            <a:off x="731520" y="4577953"/>
            <a:ext cx="65" cy="276999"/>
          </a:xfrm>
          <a:prstGeom prst="rect">
            <a:avLst/>
          </a:prstGeom>
          <a:noFill/>
        </p:spPr>
        <p:txBody>
          <a:bodyPr vert="horz" wrap="none" lIns="0" tIns="0" rIns="0" bIns="0" rtlCol="0" anchor="t">
            <a:noAutofit/>
          </a:bodyPr>
          <a:lstStyle/>
          <a:p>
            <a:r>
              <a:rPr lang="en-GB" sz="1380">
                <a:solidFill>
                  <a:srgbClr val="AAB3C3"/>
                </a:solidFill>
                <a:latin typeface="Segoe UI" panose="020B0502040204020203" pitchFamily="34" charset="0"/>
              </a:rPr>
              <a:t>care travels to memories connected to her</a:t>
            </a:r>
          </a:p>
        </p:txBody>
      </p:sp>
      <p:sp>
        <p:nvSpPr>
          <p:cNvPr id="10" name="editable 7">
            <a:extLst>
              <a:ext uri="{FF2B5EF4-FFF2-40B4-BE49-F238E27FC236}">
                <a16:creationId xmlns:a16="http://schemas.microsoft.com/office/drawing/2014/main" id="{F07FEAFA-8A16-420F-A06A-F9122AED12BF}"/>
              </a:ext>
            </a:extLst>
          </p:cNvPr>
          <p:cNvSpPr txBox="1"/>
          <p:nvPr/>
        </p:nvSpPr>
        <p:spPr>
          <a:xfrm>
            <a:off x="5817870" y="4036933"/>
            <a:ext cx="65" cy="276999"/>
          </a:xfrm>
          <a:prstGeom prst="rect">
            <a:avLst/>
          </a:prstGeom>
          <a:noFill/>
        </p:spPr>
        <p:txBody>
          <a:bodyPr vert="horz" wrap="none" lIns="0" tIns="0" rIns="0" bIns="0" rtlCol="0" anchor="t">
            <a:noAutofit/>
          </a:bodyPr>
          <a:lstStyle/>
          <a:p>
            <a:r>
              <a:rPr lang="en-GB" sz="2700">
                <a:solidFill>
                  <a:srgbClr val="F2EDE3"/>
                </a:solidFill>
                <a:latin typeface="Georgia" panose="02040502050405020303" pitchFamily="18" charset="0"/>
              </a:rPr>
              <a:t>the library rooftop</a:t>
            </a:r>
          </a:p>
        </p:txBody>
      </p:sp>
      <p:sp>
        <p:nvSpPr>
          <p:cNvPr id="11" name="editable 8">
            <a:extLst>
              <a:ext uri="{FF2B5EF4-FFF2-40B4-BE49-F238E27FC236}">
                <a16:creationId xmlns:a16="http://schemas.microsoft.com/office/drawing/2014/main" id="{6135DB61-7EEA-4D96-A1B4-28468BDA6384}"/>
              </a:ext>
            </a:extLst>
          </p:cNvPr>
          <p:cNvSpPr txBox="1"/>
          <p:nvPr/>
        </p:nvSpPr>
        <p:spPr>
          <a:xfrm>
            <a:off x="5817870" y="4577953"/>
            <a:ext cx="65" cy="276999"/>
          </a:xfrm>
          <a:prstGeom prst="rect">
            <a:avLst/>
          </a:prstGeom>
          <a:noFill/>
        </p:spPr>
        <p:txBody>
          <a:bodyPr vert="horz" wrap="none" lIns="0" tIns="0" rIns="0" bIns="0" rtlCol="0" anchor="t">
            <a:noAutofit/>
          </a:bodyPr>
          <a:lstStyle/>
          <a:p>
            <a:r>
              <a:rPr lang="en-GB" sz="1380">
                <a:solidFill>
                  <a:srgbClr val="AAB3C3"/>
                </a:solidFill>
                <a:latin typeface="Segoe UI" panose="020B0502040204020203" pitchFamily="34" charset="0"/>
              </a:rPr>
              <a:t>a place that matters on its own</a:t>
            </a:r>
          </a:p>
        </p:txBody>
      </p:sp>
      <p:sp>
        <p:nvSpPr>
          <p:cNvPr id="12" name="editable 9">
            <a:extLst>
              <a:ext uri="{FF2B5EF4-FFF2-40B4-BE49-F238E27FC236}">
                <a16:creationId xmlns:a16="http://schemas.microsoft.com/office/drawing/2014/main" id="{7626B4E3-26A0-4240-92BE-F8A097C03651}"/>
              </a:ext>
            </a:extLst>
          </p:cNvPr>
          <p:cNvSpPr txBox="1"/>
          <p:nvPr/>
        </p:nvSpPr>
        <p:spPr>
          <a:xfrm>
            <a:off x="731520" y="5490448"/>
            <a:ext cx="65" cy="276999"/>
          </a:xfrm>
          <a:prstGeom prst="rect">
            <a:avLst/>
          </a:prstGeom>
          <a:noFill/>
        </p:spPr>
        <p:txBody>
          <a:bodyPr vert="horz" wrap="none" lIns="0" tIns="0" rIns="0" bIns="0" rtlCol="0" anchor="t">
            <a:noAutofit/>
          </a:bodyPr>
          <a:lstStyle/>
          <a:p>
            <a:r>
              <a:rPr lang="en-GB" sz="1680">
                <a:solidFill>
                  <a:srgbClr val="F1CE94"/>
                </a:solidFill>
                <a:latin typeface="Segoe UI" panose="020B0502040204020203" pitchFamily="34" charset="0"/>
              </a:rPr>
              <a:t>both choices belong to the same life.</a:t>
            </a:r>
          </a:p>
        </p:txBody>
      </p:sp>
      <p:sp>
        <p:nvSpPr>
          <p:cNvPr id="13" name="editable 10">
            <a:extLst>
              <a:ext uri="{FF2B5EF4-FFF2-40B4-BE49-F238E27FC236}">
                <a16:creationId xmlns:a16="http://schemas.microsoft.com/office/drawing/2014/main" id="{F0421120-15D7-42F8-BA68-B8337CDF3C9D}"/>
              </a:ext>
            </a:extLst>
          </p:cNvPr>
          <p:cNvSpPr txBox="1"/>
          <p:nvPr/>
        </p:nvSpPr>
        <p:spPr>
          <a:xfrm>
            <a:off x="731520" y="6070164"/>
            <a:ext cx="65" cy="276999"/>
          </a:xfrm>
          <a:prstGeom prst="rect">
            <a:avLst/>
          </a:prstGeom>
          <a:noFill/>
        </p:spPr>
        <p:txBody>
          <a:bodyPr vert="horz" wrap="none" lIns="0" tIns="0" rIns="0" bIns="0" rtlCol="0" anchor="t">
            <a:noAutofit/>
          </a:bodyPr>
          <a:lstStyle/>
          <a:p>
            <a:r>
              <a:rPr lang="en-GB" sz="1140">
                <a:solidFill>
                  <a:srgbClr val="AAB3C3"/>
                </a:solidFill>
                <a:latin typeface="Segoe UI" panose="020B0502040204020203" pitchFamily="34" charset="0"/>
              </a:rPr>
              <a:t>we’ll take your choice into the living garden.</a:t>
            </a:r>
          </a:p>
        </p:txBody>
      </p:sp>
    </p:spTree>
    <p:extLst>
      <p:ext uri="{BB962C8B-B14F-4D97-AF65-F5344CB8AC3E}">
        <p14:creationId xmlns:p14="http://schemas.microsoft.com/office/powerpoint/2010/main" val="3472513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203E5991-1371-49D3-9E76-5169B35B92E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A0414B9F-4BD8-4CDE-92B0-3957DE947BAA}"/>
              </a:ext>
            </a:extLst>
          </p:cNvPr>
          <p:cNvSpPr txBox="1"/>
          <p:nvPr/>
        </p:nvSpPr>
        <p:spPr>
          <a:xfrm>
            <a:off x="731520" y="116586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the audience’s choice, in the game</a:t>
            </a:r>
          </a:p>
        </p:txBody>
      </p:sp>
      <p:sp>
        <p:nvSpPr>
          <p:cNvPr id="5" name="editable 2">
            <a:extLst>
              <a:ext uri="{FF2B5EF4-FFF2-40B4-BE49-F238E27FC236}">
                <a16:creationId xmlns:a16="http://schemas.microsoft.com/office/drawing/2014/main" id="{0CC9F81D-4D24-49BC-8DB8-3D28CFD847D9}"/>
              </a:ext>
            </a:extLst>
          </p:cNvPr>
          <p:cNvSpPr txBox="1"/>
          <p:nvPr/>
        </p:nvSpPr>
        <p:spPr>
          <a:xfrm>
            <a:off x="731520" y="1554480"/>
            <a:ext cx="65" cy="276999"/>
          </a:xfrm>
          <a:prstGeom prst="rect">
            <a:avLst/>
          </a:prstGeom>
          <a:noFill/>
        </p:spPr>
        <p:txBody>
          <a:bodyPr vert="horz" wrap="none" lIns="0" tIns="0" rIns="0" bIns="0" rtlCol="0" anchor="t">
            <a:noAutofit/>
          </a:bodyPr>
          <a:lstStyle/>
          <a:p>
            <a:r>
              <a:rPr lang="en-GB" sz="6000" spc="-120">
                <a:solidFill>
                  <a:srgbClr val="F2EDE3"/>
                </a:solidFill>
                <a:latin typeface="Georgia" panose="02040502050405020303" pitchFamily="18" charset="0"/>
              </a:rPr>
              <a:t>the living garden</a:t>
            </a:r>
          </a:p>
        </p:txBody>
      </p:sp>
      <p:sp>
        <p:nvSpPr>
          <p:cNvPr id="6" name="editable 3">
            <a:extLst>
              <a:ext uri="{FF2B5EF4-FFF2-40B4-BE49-F238E27FC236}">
                <a16:creationId xmlns:a16="http://schemas.microsoft.com/office/drawing/2014/main" id="{6E1CB4A8-BB34-46E4-9F06-ABB0ED73F84F}"/>
              </a:ext>
            </a:extLst>
          </p:cNvPr>
          <p:cNvSpPr txBox="1"/>
          <p:nvPr/>
        </p:nvSpPr>
        <p:spPr>
          <a:xfrm>
            <a:off x="731520" y="2674620"/>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choose what to tend.</a:t>
            </a:r>
          </a:p>
        </p:txBody>
      </p:sp>
      <p:sp>
        <p:nvSpPr>
          <p:cNvPr id="7" name="editable 4">
            <a:extLst>
              <a:ext uri="{FF2B5EF4-FFF2-40B4-BE49-F238E27FC236}">
                <a16:creationId xmlns:a16="http://schemas.microsoft.com/office/drawing/2014/main" id="{172D1FEA-C0EA-4D03-B07D-5B225870BB4A}"/>
              </a:ext>
            </a:extLst>
          </p:cNvPr>
          <p:cNvSpPr txBox="1"/>
          <p:nvPr/>
        </p:nvSpPr>
        <p:spPr>
          <a:xfrm>
            <a:off x="731520" y="3017044"/>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plant a fragment. let a season pass.</a:t>
            </a:r>
          </a:p>
        </p:txBody>
      </p:sp>
      <p:sp>
        <p:nvSpPr>
          <p:cNvPr id="8" name="editable 5">
            <a:hlinkClick r:id="rId4"/>
            <a:extLst>
              <a:ext uri="{FF2B5EF4-FFF2-40B4-BE49-F238E27FC236}">
                <a16:creationId xmlns:a16="http://schemas.microsoft.com/office/drawing/2014/main" id="{C592418A-78CA-4A2A-B287-050A2778004E}"/>
              </a:ext>
            </a:extLst>
          </p:cNvPr>
          <p:cNvSpPr txBox="1"/>
          <p:nvPr/>
        </p:nvSpPr>
        <p:spPr>
          <a:xfrm>
            <a:off x="952500" y="3862388"/>
            <a:ext cx="65" cy="276999"/>
          </a:xfrm>
          <a:prstGeom prst="rect">
            <a:avLst/>
          </a:prstGeom>
          <a:noFill/>
        </p:spPr>
        <p:txBody>
          <a:bodyPr vert="horz" wrap="none" lIns="0" tIns="0" rIns="0" bIns="0" rtlCol="0" anchor="t">
            <a:noAutofit/>
          </a:bodyPr>
          <a:lstStyle/>
          <a:p>
            <a:r>
              <a:rPr lang="en-GB" sz="1620">
                <a:solidFill>
                  <a:srgbClr val="F1CE94"/>
                </a:solidFill>
                <a:latin typeface="Segoe UI" panose="020B0502040204020203" pitchFamily="34" charset="0"/>
              </a:rPr>
              <a:t>open the garden</a:t>
            </a:r>
          </a:p>
        </p:txBody>
      </p:sp>
      <p:sp>
        <p:nvSpPr>
          <p:cNvPr id="9" name="editable 6">
            <a:extLst>
              <a:ext uri="{FF2B5EF4-FFF2-40B4-BE49-F238E27FC236}">
                <a16:creationId xmlns:a16="http://schemas.microsoft.com/office/drawing/2014/main" id="{32EB5B89-D2D6-4E21-84FA-E4C93FAAE174}"/>
              </a:ext>
            </a:extLst>
          </p:cNvPr>
          <p:cNvSpPr txBox="1"/>
          <p:nvPr/>
        </p:nvSpPr>
        <p:spPr>
          <a:xfrm>
            <a:off x="2954774" y="3873817"/>
            <a:ext cx="65" cy="276999"/>
          </a:xfrm>
          <a:prstGeom prst="rect">
            <a:avLst/>
          </a:prstGeom>
          <a:noFill/>
        </p:spPr>
        <p:txBody>
          <a:bodyPr vert="horz" wrap="none" lIns="0" tIns="0" rIns="0" bIns="0" rtlCol="0" anchor="t">
            <a:noAutofit/>
          </a:bodyPr>
          <a:lstStyle/>
          <a:p>
            <a:r>
              <a:rPr lang="en-GB" sz="1500">
                <a:solidFill>
                  <a:srgbClr val="AAB3C3"/>
                </a:solidFill>
                <a:latin typeface="Segoe UI" panose="020B0502040204020203" pitchFamily="34" charset="0"/>
              </a:rPr>
              <a:t>recording fallback</a:t>
            </a:r>
          </a:p>
        </p:txBody>
      </p:sp>
      <p:sp>
        <p:nvSpPr>
          <p:cNvPr id="10" name="editable 7">
            <a:extLst>
              <a:ext uri="{FF2B5EF4-FFF2-40B4-BE49-F238E27FC236}">
                <a16:creationId xmlns:a16="http://schemas.microsoft.com/office/drawing/2014/main" id="{9EE406E1-EFA3-43B4-8879-CC20099F0110}"/>
              </a:ext>
            </a:extLst>
          </p:cNvPr>
          <p:cNvSpPr txBox="1"/>
          <p:nvPr/>
        </p:nvSpPr>
        <p:spPr>
          <a:xfrm>
            <a:off x="731520" y="4525328"/>
            <a:ext cx="65" cy="276999"/>
          </a:xfrm>
          <a:prstGeom prst="rect">
            <a:avLst/>
          </a:prstGeom>
          <a:noFill/>
        </p:spPr>
        <p:txBody>
          <a:bodyPr vert="horz" wrap="none" lIns="0" tIns="0" rIns="0" bIns="0" rtlCol="0" anchor="t">
            <a:noAutofit/>
          </a:bodyPr>
          <a:lstStyle/>
          <a:p>
            <a:r>
              <a:rPr lang="en-GB" sz="1140">
                <a:solidFill>
                  <a:srgbClr val="AAB3C3"/>
                </a:solidFill>
                <a:latin typeface="Segoe UI" panose="020B0502040204020203" pitchFamily="34" charset="0"/>
              </a:rPr>
              <a:t>the live game uses its real rules. the recorded route is a fallback.</a:t>
            </a:r>
          </a:p>
        </p:txBody>
      </p:sp>
    </p:spTree>
    <p:extLst>
      <p:ext uri="{BB962C8B-B14F-4D97-AF65-F5344CB8AC3E}">
        <p14:creationId xmlns:p14="http://schemas.microsoft.com/office/powerpoint/2010/main" val="14511190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4553697F-126B-4658-AB79-04AE3E3EB7A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C9CA9D9B-8D64-4C77-A604-5BAD316F6930}"/>
              </a:ext>
            </a:extLst>
          </p:cNvPr>
          <p:cNvSpPr txBox="1"/>
          <p:nvPr/>
        </p:nvSpPr>
        <p:spPr>
          <a:xfrm>
            <a:off x="731520" y="76200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a pause, rather than a verdict</a:t>
            </a:r>
          </a:p>
        </p:txBody>
      </p:sp>
      <p:sp>
        <p:nvSpPr>
          <p:cNvPr id="5" name="editable 2">
            <a:extLst>
              <a:ext uri="{FF2B5EF4-FFF2-40B4-BE49-F238E27FC236}">
                <a16:creationId xmlns:a16="http://schemas.microsoft.com/office/drawing/2014/main" id="{7D3C5FA1-D0F3-4678-A084-14C69F1E7328}"/>
              </a:ext>
            </a:extLst>
          </p:cNvPr>
          <p:cNvSpPr txBox="1"/>
          <p:nvPr/>
        </p:nvSpPr>
        <p:spPr>
          <a:xfrm>
            <a:off x="731520" y="1150620"/>
            <a:ext cx="65" cy="276999"/>
          </a:xfrm>
          <a:prstGeom prst="rect">
            <a:avLst/>
          </a:prstGeom>
          <a:noFill/>
        </p:spPr>
        <p:txBody>
          <a:bodyPr vert="horz" wrap="none" lIns="0" tIns="0" rIns="0" bIns="0" rtlCol="0" anchor="t">
            <a:noAutofit/>
          </a:bodyPr>
          <a:lstStyle/>
          <a:p>
            <a:r>
              <a:rPr lang="en-GB" sz="5820" spc="-120">
                <a:solidFill>
                  <a:srgbClr val="F2EDE3"/>
                </a:solidFill>
                <a:latin typeface="Georgia" panose="02040502050405020303" pitchFamily="18" charset="0"/>
              </a:rPr>
              <a:t>a seed remains</a:t>
            </a:r>
          </a:p>
        </p:txBody>
      </p:sp>
      <p:sp>
        <p:nvSpPr>
          <p:cNvPr id="6" name="editable 3">
            <a:extLst>
              <a:ext uri="{FF2B5EF4-FFF2-40B4-BE49-F238E27FC236}">
                <a16:creationId xmlns:a16="http://schemas.microsoft.com/office/drawing/2014/main" id="{63B2F616-C0C6-49B5-8560-C618ADC3A22C}"/>
              </a:ext>
            </a:extLst>
          </p:cNvPr>
          <p:cNvSpPr txBox="1"/>
          <p:nvPr/>
        </p:nvSpPr>
        <p:spPr>
          <a:xfrm>
            <a:off x="731520" y="2245519"/>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the words remain.</a:t>
            </a:r>
          </a:p>
        </p:txBody>
      </p:sp>
      <p:sp>
        <p:nvSpPr>
          <p:cNvPr id="7" name="editable 4">
            <a:extLst>
              <a:ext uri="{FF2B5EF4-FFF2-40B4-BE49-F238E27FC236}">
                <a16:creationId xmlns:a16="http://schemas.microsoft.com/office/drawing/2014/main" id="{DC9C270E-DED2-4048-A7C5-89D324691500}"/>
              </a:ext>
            </a:extLst>
          </p:cNvPr>
          <p:cNvSpPr txBox="1"/>
          <p:nvPr/>
        </p:nvSpPr>
        <p:spPr>
          <a:xfrm>
            <a:off x="731520" y="2587942"/>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we can return to them.</a:t>
            </a:r>
          </a:p>
        </p:txBody>
      </p:sp>
      <p:sp>
        <p:nvSpPr>
          <p:cNvPr id="8" name="editable 5">
            <a:extLst>
              <a:ext uri="{FF2B5EF4-FFF2-40B4-BE49-F238E27FC236}">
                <a16:creationId xmlns:a16="http://schemas.microsoft.com/office/drawing/2014/main" id="{4B36F012-871C-424F-94E6-8A8244C111CD}"/>
              </a:ext>
            </a:extLst>
          </p:cNvPr>
          <p:cNvSpPr txBox="1"/>
          <p:nvPr/>
        </p:nvSpPr>
        <p:spPr>
          <a:xfrm>
            <a:off x="731520" y="2930366"/>
            <a:ext cx="65" cy="276999"/>
          </a:xfrm>
          <a:prstGeom prst="rect">
            <a:avLst/>
          </a:prstGeom>
          <a:noFill/>
        </p:spPr>
        <p:txBody>
          <a:bodyPr vert="horz" wrap="none" lIns="0" tIns="0" rIns="0" bIns="0" rtlCol="0" anchor="t">
            <a:noAutofit/>
          </a:bodyPr>
          <a:lstStyle/>
          <a:p>
            <a:r>
              <a:rPr lang="en-GB" sz="1740">
                <a:solidFill>
                  <a:srgbClr val="AAB3C3"/>
                </a:solidFill>
                <a:latin typeface="Segoe UI" panose="020B0502040204020203" pitchFamily="34" charset="0"/>
              </a:rPr>
              <a:t>for now, this space is quiet.</a:t>
            </a:r>
          </a:p>
        </p:txBody>
      </p:sp>
      <p:sp>
        <p:nvSpPr>
          <p:cNvPr id="9" name="editable 6">
            <a:extLst>
              <a:ext uri="{FF2B5EF4-FFF2-40B4-BE49-F238E27FC236}">
                <a16:creationId xmlns:a16="http://schemas.microsoft.com/office/drawing/2014/main" id="{02AEF378-715B-4F29-95E0-0EBBF0DCFB44}"/>
              </a:ext>
            </a:extLst>
          </p:cNvPr>
          <p:cNvSpPr txBox="1"/>
          <p:nvPr/>
        </p:nvSpPr>
        <p:spPr>
          <a:xfrm>
            <a:off x="731520" y="5699760"/>
            <a:ext cx="65" cy="276999"/>
          </a:xfrm>
          <a:prstGeom prst="rect">
            <a:avLst/>
          </a:prstGeom>
          <a:noFill/>
        </p:spPr>
        <p:txBody>
          <a:bodyPr vert="horz" wrap="none" lIns="0" tIns="0" rIns="0" bIns="0" rtlCol="0" anchor="t">
            <a:noAutofit/>
          </a:bodyPr>
          <a:lstStyle/>
          <a:p>
            <a:r>
              <a:rPr lang="en-GB" sz="2100">
                <a:solidFill>
                  <a:srgbClr val="F1CE94"/>
                </a:solidFill>
                <a:latin typeface="Georgia" panose="02040502050405020303" pitchFamily="18" charset="0"/>
              </a:rPr>
              <a:t>let this moment breathe</a:t>
            </a:r>
          </a:p>
        </p:txBody>
      </p:sp>
    </p:spTree>
    <p:extLst>
      <p:ext uri="{BB962C8B-B14F-4D97-AF65-F5344CB8AC3E}">
        <p14:creationId xmlns:p14="http://schemas.microsoft.com/office/powerpoint/2010/main" val="2914062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4CDC6DCF-1D5B-4D93-B299-5493DE0FC45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B2FA654F-67F8-483B-AF84-68367458855D}"/>
              </a:ext>
            </a:extLst>
          </p:cNvPr>
          <p:cNvSpPr txBox="1"/>
          <p:nvPr/>
        </p:nvSpPr>
        <p:spPr>
          <a:xfrm>
            <a:off x="731520" y="83058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the world becomes a portrait</a:t>
            </a:r>
          </a:p>
        </p:txBody>
      </p:sp>
      <p:sp>
        <p:nvSpPr>
          <p:cNvPr id="5" name="editable 2">
            <a:extLst>
              <a:ext uri="{FF2B5EF4-FFF2-40B4-BE49-F238E27FC236}">
                <a16:creationId xmlns:a16="http://schemas.microsoft.com/office/drawing/2014/main" id="{3DB807D4-0D9F-4680-8140-49E27941A62E}"/>
              </a:ext>
            </a:extLst>
          </p:cNvPr>
          <p:cNvSpPr txBox="1"/>
          <p:nvPr/>
        </p:nvSpPr>
        <p:spPr>
          <a:xfrm>
            <a:off x="731520" y="1219200"/>
            <a:ext cx="65" cy="276999"/>
          </a:xfrm>
          <a:prstGeom prst="rect">
            <a:avLst/>
          </a:prstGeom>
          <a:noFill/>
        </p:spPr>
        <p:txBody>
          <a:bodyPr vert="horz" wrap="none" lIns="0" tIns="0" rIns="0" bIns="0" rtlCol="0" anchor="t">
            <a:noAutofit/>
          </a:bodyPr>
          <a:lstStyle/>
          <a:p>
            <a:r>
              <a:rPr lang="en-GB" sz="5220" spc="-120">
                <a:solidFill>
                  <a:srgbClr val="F2EDE3"/>
                </a:solidFill>
                <a:latin typeface="Georgia" panose="02040502050405020303" pitchFamily="18" charset="0"/>
              </a:rPr>
              <a:t>what holds</a:t>
            </a:r>
          </a:p>
        </p:txBody>
      </p:sp>
      <p:sp>
        <p:nvSpPr>
          <p:cNvPr id="6" name="editable 3">
            <a:extLst>
              <a:ext uri="{FF2B5EF4-FFF2-40B4-BE49-F238E27FC236}">
                <a16:creationId xmlns:a16="http://schemas.microsoft.com/office/drawing/2014/main" id="{B749DFEA-AB3D-4ADE-A6C7-FE8C983227CC}"/>
              </a:ext>
            </a:extLst>
          </p:cNvPr>
          <p:cNvSpPr txBox="1"/>
          <p:nvPr/>
        </p:nvSpPr>
        <p:spPr>
          <a:xfrm>
            <a:off x="731520" y="1948339"/>
            <a:ext cx="65" cy="276999"/>
          </a:xfrm>
          <a:prstGeom prst="rect">
            <a:avLst/>
          </a:prstGeom>
          <a:noFill/>
        </p:spPr>
        <p:txBody>
          <a:bodyPr vert="horz" wrap="none" lIns="0" tIns="0" rIns="0" bIns="0" rtlCol="0" anchor="t">
            <a:noAutofit/>
          </a:bodyPr>
          <a:lstStyle/>
          <a:p>
            <a:r>
              <a:rPr lang="en-GB" sz="5220" spc="-120">
                <a:solidFill>
                  <a:srgbClr val="F2EDE3"/>
                </a:solidFill>
                <a:latin typeface="Georgia" panose="02040502050405020303" pitchFamily="18" charset="0"/>
              </a:rPr>
              <a:t>this life</a:t>
            </a:r>
          </a:p>
        </p:txBody>
      </p:sp>
      <p:sp>
        <p:nvSpPr>
          <p:cNvPr id="7" name="editable 4">
            <a:extLst>
              <a:ext uri="{FF2B5EF4-FFF2-40B4-BE49-F238E27FC236}">
                <a16:creationId xmlns:a16="http://schemas.microsoft.com/office/drawing/2014/main" id="{66C717C5-ED31-4304-A6A8-581DBCF6F4B4}"/>
              </a:ext>
            </a:extLst>
          </p:cNvPr>
          <p:cNvSpPr txBox="1"/>
          <p:nvPr/>
        </p:nvSpPr>
        <p:spPr>
          <a:xfrm>
            <a:off x="731520" y="2959417"/>
            <a:ext cx="65" cy="276999"/>
          </a:xfrm>
          <a:prstGeom prst="rect">
            <a:avLst/>
          </a:prstGeom>
          <a:noFill/>
        </p:spPr>
        <p:txBody>
          <a:bodyPr vert="horz" wrap="none" lIns="0" tIns="0" rIns="0" bIns="0" rtlCol="0" anchor="t">
            <a:noAutofit/>
          </a:bodyPr>
          <a:lstStyle/>
          <a:p>
            <a:r>
              <a:rPr lang="en-GB" sz="1680">
                <a:solidFill>
                  <a:srgbClr val="AAB3C3"/>
                </a:solidFill>
                <a:latin typeface="Segoe UI" panose="020B0502040204020203" pitchFamily="34" charset="0"/>
              </a:rPr>
              <a:t>people and places emerge</a:t>
            </a:r>
          </a:p>
        </p:txBody>
      </p:sp>
      <p:sp>
        <p:nvSpPr>
          <p:cNvPr id="8" name="editable 5">
            <a:extLst>
              <a:ext uri="{FF2B5EF4-FFF2-40B4-BE49-F238E27FC236}">
                <a16:creationId xmlns:a16="http://schemas.microsoft.com/office/drawing/2014/main" id="{22D29E31-CA7A-4E35-A716-0A28BD8F296F}"/>
              </a:ext>
            </a:extLst>
          </p:cNvPr>
          <p:cNvSpPr txBox="1"/>
          <p:nvPr/>
        </p:nvSpPr>
        <p:spPr>
          <a:xfrm>
            <a:off x="731520" y="3290054"/>
            <a:ext cx="65" cy="276999"/>
          </a:xfrm>
          <a:prstGeom prst="rect">
            <a:avLst/>
          </a:prstGeom>
          <a:noFill/>
        </p:spPr>
        <p:txBody>
          <a:bodyPr vert="horz" wrap="none" lIns="0" tIns="0" rIns="0" bIns="0" rtlCol="0" anchor="t">
            <a:noAutofit/>
          </a:bodyPr>
          <a:lstStyle/>
          <a:p>
            <a:r>
              <a:rPr lang="en-GB" sz="1680">
                <a:solidFill>
                  <a:srgbClr val="AAB3C3"/>
                </a:solidFill>
                <a:latin typeface="Segoe UI" panose="020B0502040204020203" pitchFamily="34" charset="0"/>
              </a:rPr>
              <a:t>from the memories that remain.</a:t>
            </a:r>
          </a:p>
        </p:txBody>
      </p:sp>
      <p:sp>
        <p:nvSpPr>
          <p:cNvPr id="9" name="editable 6">
            <a:extLst>
              <a:ext uri="{FF2B5EF4-FFF2-40B4-BE49-F238E27FC236}">
                <a16:creationId xmlns:a16="http://schemas.microsoft.com/office/drawing/2014/main" id="{2A26A14F-3333-4F06-AE34-628306EAE798}"/>
              </a:ext>
            </a:extLst>
          </p:cNvPr>
          <p:cNvSpPr txBox="1"/>
          <p:nvPr/>
        </p:nvSpPr>
        <p:spPr>
          <a:xfrm>
            <a:off x="731520" y="3910250"/>
            <a:ext cx="65" cy="276999"/>
          </a:xfrm>
          <a:prstGeom prst="rect">
            <a:avLst/>
          </a:prstGeom>
          <a:noFill/>
        </p:spPr>
        <p:txBody>
          <a:bodyPr vert="horz" wrap="none" lIns="0" tIns="0" rIns="0" bIns="0" rtlCol="0" anchor="t">
            <a:noAutofit/>
          </a:bodyPr>
          <a:lstStyle/>
          <a:p>
            <a:r>
              <a:rPr lang="en-GB" sz="1500">
                <a:solidFill>
                  <a:srgbClr val="F1CE94"/>
                </a:solidFill>
                <a:latin typeface="Segoe UI" panose="020B0502040204020203" pitchFamily="34" charset="0"/>
              </a:rPr>
              <a:t>reveal the relationships</a:t>
            </a:r>
          </a:p>
        </p:txBody>
      </p:sp>
      <p:grpSp>
        <p:nvGrpSpPr>
          <p:cNvPr id="13" name="relationship reveal">
            <a:extLst>
              <a:ext uri="{FF2B5EF4-FFF2-40B4-BE49-F238E27FC236}">
                <a16:creationId xmlns:a16="http://schemas.microsoft.com/office/drawing/2014/main" id="{87079089-5BE1-4E2D-84EC-D6A318805C8F}"/>
              </a:ext>
            </a:extLst>
          </p:cNvPr>
          <p:cNvGrpSpPr/>
          <p:nvPr/>
        </p:nvGrpSpPr>
        <p:grpSpPr>
          <a:xfrm>
            <a:off x="731520" y="4519850"/>
            <a:ext cx="65" cy="1183780"/>
            <a:chOff x="731520" y="4519850"/>
            <a:chExt cx="65" cy="1183780"/>
          </a:xfrm>
        </p:grpSpPr>
        <p:sp>
          <p:nvSpPr>
            <p:cNvPr id="10" name="editable 7">
              <a:extLst>
                <a:ext uri="{FF2B5EF4-FFF2-40B4-BE49-F238E27FC236}">
                  <a16:creationId xmlns:a16="http://schemas.microsoft.com/office/drawing/2014/main" id="{A57FF017-5D24-48A8-B4ED-5995E4D6005F}"/>
                </a:ext>
              </a:extLst>
            </p:cNvPr>
            <p:cNvSpPr txBox="1"/>
            <p:nvPr/>
          </p:nvSpPr>
          <p:spPr>
            <a:xfrm>
              <a:off x="731520" y="4519850"/>
              <a:ext cx="65" cy="276999"/>
            </a:xfrm>
            <a:prstGeom prst="rect">
              <a:avLst/>
            </a:prstGeom>
            <a:noFill/>
          </p:spPr>
          <p:txBody>
            <a:bodyPr vert="horz" wrap="none" lIns="0" tIns="0" rIns="0" bIns="0" rtlCol="0" anchor="t">
              <a:noAutofit/>
            </a:bodyPr>
            <a:lstStyle/>
            <a:p>
              <a:r>
                <a:rPr lang="en-GB" sz="2100">
                  <a:solidFill>
                    <a:srgbClr val="F2EDE3"/>
                  </a:solidFill>
                  <a:latin typeface="Georgia" panose="02040502050405020303" pitchFamily="18" charset="0"/>
                </a:rPr>
                <a:t>grandma mei</a:t>
              </a:r>
            </a:p>
          </p:txBody>
        </p:sp>
        <p:sp>
          <p:nvSpPr>
            <p:cNvPr id="11" name="editable 8">
              <a:extLst>
                <a:ext uri="{FF2B5EF4-FFF2-40B4-BE49-F238E27FC236}">
                  <a16:creationId xmlns:a16="http://schemas.microsoft.com/office/drawing/2014/main" id="{0136CC41-B362-4AC3-8922-2AF3F61BC27D}"/>
                </a:ext>
              </a:extLst>
            </p:cNvPr>
            <p:cNvSpPr txBox="1"/>
            <p:nvPr/>
          </p:nvSpPr>
          <p:spPr>
            <a:xfrm>
              <a:off x="731520" y="4973241"/>
              <a:ext cx="65" cy="276999"/>
            </a:xfrm>
            <a:prstGeom prst="rect">
              <a:avLst/>
            </a:prstGeom>
            <a:noFill/>
          </p:spPr>
          <p:txBody>
            <a:bodyPr vert="horz" wrap="none" lIns="0" tIns="0" rIns="0" bIns="0" rtlCol="0" anchor="t">
              <a:noAutofit/>
            </a:bodyPr>
            <a:lstStyle/>
            <a:p>
              <a:r>
                <a:rPr lang="en-GB" sz="2100">
                  <a:solidFill>
                    <a:srgbClr val="F2EDE3"/>
                  </a:solidFill>
                  <a:latin typeface="Georgia" panose="02040502050405020303" pitchFamily="18" charset="0"/>
                </a:rPr>
                <a:t>leo</a:t>
              </a:r>
            </a:p>
          </p:txBody>
        </p:sp>
        <p:sp>
          <p:nvSpPr>
            <p:cNvPr id="12" name="editable 9">
              <a:extLst>
                <a:ext uri="{FF2B5EF4-FFF2-40B4-BE49-F238E27FC236}">
                  <a16:creationId xmlns:a16="http://schemas.microsoft.com/office/drawing/2014/main" id="{B2233D71-3860-40FE-8849-0D0483438357}"/>
                </a:ext>
              </a:extLst>
            </p:cNvPr>
            <p:cNvSpPr txBox="1"/>
            <p:nvPr/>
          </p:nvSpPr>
          <p:spPr>
            <a:xfrm>
              <a:off x="731520" y="5426631"/>
              <a:ext cx="65" cy="276999"/>
            </a:xfrm>
            <a:prstGeom prst="rect">
              <a:avLst/>
            </a:prstGeom>
            <a:noFill/>
          </p:spPr>
          <p:txBody>
            <a:bodyPr vert="horz" wrap="none" lIns="0" tIns="0" rIns="0" bIns="0" rtlCol="0" anchor="t">
              <a:noAutofit/>
            </a:bodyPr>
            <a:lstStyle/>
            <a:p>
              <a:r>
                <a:rPr lang="en-GB" sz="2100">
                  <a:solidFill>
                    <a:srgbClr val="F2EDE3"/>
                  </a:solidFill>
                  <a:latin typeface="Georgia" panose="02040502050405020303" pitchFamily="18" charset="0"/>
                </a:rPr>
                <a:t>hangzhou</a:t>
              </a:r>
            </a:p>
          </p:txBody>
        </p:sp>
      </p:grpSp>
    </p:spTree>
    <p:extLst>
      <p:ext uri="{BB962C8B-B14F-4D97-AF65-F5344CB8AC3E}">
        <p14:creationId xmlns:p14="http://schemas.microsoft.com/office/powerpoint/2010/main" val="1931597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2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ference artwork">
            <a:extLst>
              <a:ext uri="{FF2B5EF4-FFF2-40B4-BE49-F238E27FC236}">
                <a16:creationId xmlns:a16="http://schemas.microsoft.com/office/drawing/2014/main" id="{A6FBAEEC-5B08-4FDB-8C22-9C9A0F61EA4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editable 1">
            <a:extLst>
              <a:ext uri="{FF2B5EF4-FFF2-40B4-BE49-F238E27FC236}">
                <a16:creationId xmlns:a16="http://schemas.microsoft.com/office/drawing/2014/main" id="{064456E9-34CE-4F03-A9D6-9F78483B74E3}"/>
              </a:ext>
            </a:extLst>
          </p:cNvPr>
          <p:cNvSpPr txBox="1"/>
          <p:nvPr/>
        </p:nvSpPr>
        <p:spPr>
          <a:xfrm>
            <a:off x="731520" y="967740"/>
            <a:ext cx="65" cy="276999"/>
          </a:xfrm>
          <a:prstGeom prst="rect">
            <a:avLst/>
          </a:prstGeom>
          <a:noFill/>
        </p:spPr>
        <p:txBody>
          <a:bodyPr vert="horz" wrap="none" lIns="0" tIns="0" rIns="0" bIns="0" rtlCol="0" anchor="t">
            <a:noAutofit/>
          </a:bodyPr>
          <a:lstStyle/>
          <a:p>
            <a:r>
              <a:rPr lang="en-GB" sz="1140" spc="120">
                <a:solidFill>
                  <a:srgbClr val="F1CE94"/>
                </a:solidFill>
                <a:latin typeface="Segoe UI" panose="020B0502040204020203" pitchFamily="34" charset="0"/>
              </a:rPr>
              <a:t>return to the memory you imagined</a:t>
            </a:r>
          </a:p>
        </p:txBody>
      </p:sp>
      <p:sp>
        <p:nvSpPr>
          <p:cNvPr id="5" name="editable 2">
            <a:extLst>
              <a:ext uri="{FF2B5EF4-FFF2-40B4-BE49-F238E27FC236}">
                <a16:creationId xmlns:a16="http://schemas.microsoft.com/office/drawing/2014/main" id="{200767BA-676A-4C20-942F-2BA170DBCB11}"/>
              </a:ext>
            </a:extLst>
          </p:cNvPr>
          <p:cNvSpPr txBox="1"/>
          <p:nvPr/>
        </p:nvSpPr>
        <p:spPr>
          <a:xfrm>
            <a:off x="731520" y="1379220"/>
            <a:ext cx="65" cy="276999"/>
          </a:xfrm>
          <a:prstGeom prst="rect">
            <a:avLst/>
          </a:prstGeom>
          <a:noFill/>
        </p:spPr>
        <p:txBody>
          <a:bodyPr vert="horz" wrap="none" lIns="0" tIns="0" rIns="0" bIns="0" rtlCol="0" anchor="t">
            <a:noAutofit/>
          </a:bodyPr>
          <a:lstStyle/>
          <a:p>
            <a:r>
              <a:rPr lang="en-GB" sz="6120" spc="-120">
                <a:solidFill>
                  <a:srgbClr val="F2EDE3"/>
                </a:solidFill>
                <a:latin typeface="Georgia" panose="02040502050405020303" pitchFamily="18" charset="0"/>
              </a:rPr>
              <a:t>you cannot keep every</a:t>
            </a:r>
          </a:p>
        </p:txBody>
      </p:sp>
      <p:sp>
        <p:nvSpPr>
          <p:cNvPr id="6" name="editable 3">
            <a:extLst>
              <a:ext uri="{FF2B5EF4-FFF2-40B4-BE49-F238E27FC236}">
                <a16:creationId xmlns:a16="http://schemas.microsoft.com/office/drawing/2014/main" id="{89831ACE-69DD-4103-A9DE-C24CD56F8336}"/>
              </a:ext>
            </a:extLst>
          </p:cNvPr>
          <p:cNvSpPr txBox="1"/>
          <p:nvPr/>
        </p:nvSpPr>
        <p:spPr>
          <a:xfrm>
            <a:off x="731520" y="2280761"/>
            <a:ext cx="65" cy="276999"/>
          </a:xfrm>
          <a:prstGeom prst="rect">
            <a:avLst/>
          </a:prstGeom>
          <a:noFill/>
        </p:spPr>
        <p:txBody>
          <a:bodyPr vert="horz" wrap="none" lIns="0" tIns="0" rIns="0" bIns="0" rtlCol="0" anchor="t">
            <a:noAutofit/>
          </a:bodyPr>
          <a:lstStyle/>
          <a:p>
            <a:r>
              <a:rPr lang="en-GB" sz="6120" spc="-120">
                <a:solidFill>
                  <a:srgbClr val="F2EDE3"/>
                </a:solidFill>
                <a:latin typeface="Georgia" panose="02040502050405020303" pitchFamily="18" charset="0"/>
              </a:rPr>
              <a:t>moment in bloom</a:t>
            </a:r>
          </a:p>
        </p:txBody>
      </p:sp>
      <p:sp>
        <p:nvSpPr>
          <p:cNvPr id="7" name="editable 4">
            <a:extLst>
              <a:ext uri="{FF2B5EF4-FFF2-40B4-BE49-F238E27FC236}">
                <a16:creationId xmlns:a16="http://schemas.microsoft.com/office/drawing/2014/main" id="{1418714E-F7F5-4923-A75B-2D3E7D336BA5}"/>
              </a:ext>
            </a:extLst>
          </p:cNvPr>
          <p:cNvSpPr txBox="1"/>
          <p:nvPr/>
        </p:nvSpPr>
        <p:spPr>
          <a:xfrm>
            <a:off x="731520" y="3517583"/>
            <a:ext cx="65" cy="276999"/>
          </a:xfrm>
          <a:prstGeom prst="rect">
            <a:avLst/>
          </a:prstGeom>
          <a:noFill/>
        </p:spPr>
        <p:txBody>
          <a:bodyPr vert="horz" wrap="none" lIns="0" tIns="0" rIns="0" bIns="0" rtlCol="0" anchor="t">
            <a:noAutofit/>
          </a:bodyPr>
          <a:lstStyle/>
          <a:p>
            <a:r>
              <a:rPr lang="en-GB" sz="2700">
                <a:solidFill>
                  <a:srgbClr val="F1CE94"/>
                </a:solidFill>
                <a:latin typeface="Georgia" panose="02040502050405020303" pitchFamily="18" charset="0"/>
              </a:rPr>
              <a:t>what you tend gives the garden its shape</a:t>
            </a:r>
          </a:p>
        </p:txBody>
      </p:sp>
      <p:sp>
        <p:nvSpPr>
          <p:cNvPr id="8" name="editable 5">
            <a:extLst>
              <a:ext uri="{FF2B5EF4-FFF2-40B4-BE49-F238E27FC236}">
                <a16:creationId xmlns:a16="http://schemas.microsoft.com/office/drawing/2014/main" id="{B38D21A6-24E7-4B22-B2BD-115C873F183D}"/>
              </a:ext>
            </a:extLst>
          </p:cNvPr>
          <p:cNvSpPr txBox="1"/>
          <p:nvPr/>
        </p:nvSpPr>
        <p:spPr>
          <a:xfrm>
            <a:off x="731520" y="4207192"/>
            <a:ext cx="65" cy="276999"/>
          </a:xfrm>
          <a:prstGeom prst="rect">
            <a:avLst/>
          </a:prstGeom>
          <a:noFill/>
        </p:spPr>
        <p:txBody>
          <a:bodyPr vert="horz" wrap="none" lIns="0" tIns="0" rIns="0" bIns="0" rtlCol="0" anchor="t">
            <a:noAutofit/>
          </a:bodyPr>
          <a:lstStyle/>
          <a:p>
            <a:r>
              <a:rPr lang="en-GB" sz="1500">
                <a:solidFill>
                  <a:srgbClr val="AAB3C3"/>
                </a:solidFill>
                <a:latin typeface="Segoe UI" panose="020B0502040204020203" pitchFamily="34" charset="0"/>
              </a:rPr>
              <a:t>what would your garden carry?</a:t>
            </a:r>
          </a:p>
        </p:txBody>
      </p:sp>
      <p:sp>
        <p:nvSpPr>
          <p:cNvPr id="9" name="editable 6">
            <a:hlinkClick r:id="rId4"/>
            <a:extLst>
              <a:ext uri="{FF2B5EF4-FFF2-40B4-BE49-F238E27FC236}">
                <a16:creationId xmlns:a16="http://schemas.microsoft.com/office/drawing/2014/main" id="{AB7A485D-BA4D-417C-84A0-AB5C9C4F09EE}"/>
              </a:ext>
            </a:extLst>
          </p:cNvPr>
          <p:cNvSpPr txBox="1"/>
          <p:nvPr/>
        </p:nvSpPr>
        <p:spPr>
          <a:xfrm>
            <a:off x="952500" y="4938713"/>
            <a:ext cx="65" cy="276999"/>
          </a:xfrm>
          <a:prstGeom prst="rect">
            <a:avLst/>
          </a:prstGeom>
          <a:noFill/>
        </p:spPr>
        <p:txBody>
          <a:bodyPr vert="horz" wrap="none" lIns="0" tIns="0" rIns="0" bIns="0" rtlCol="0" anchor="t">
            <a:noAutofit/>
          </a:bodyPr>
          <a:lstStyle/>
          <a:p>
            <a:r>
              <a:rPr lang="en-GB" sz="1620">
                <a:solidFill>
                  <a:srgbClr val="F1CE94"/>
                </a:solidFill>
                <a:latin typeface="Segoe UI" panose="020B0502040204020203" pitchFamily="34" charset="0"/>
              </a:rPr>
              <a:t>plant a memory</a:t>
            </a:r>
          </a:p>
        </p:txBody>
      </p:sp>
      <p:sp>
        <p:nvSpPr>
          <p:cNvPr id="10" name="editable 7">
            <a:extLst>
              <a:ext uri="{FF2B5EF4-FFF2-40B4-BE49-F238E27FC236}">
                <a16:creationId xmlns:a16="http://schemas.microsoft.com/office/drawing/2014/main" id="{6AE4C7AF-FD6E-4C5E-8F64-A9559E5AA99A}"/>
              </a:ext>
            </a:extLst>
          </p:cNvPr>
          <p:cNvSpPr txBox="1"/>
          <p:nvPr/>
        </p:nvSpPr>
        <p:spPr>
          <a:xfrm>
            <a:off x="731520" y="5540692"/>
            <a:ext cx="65" cy="276999"/>
          </a:xfrm>
          <a:prstGeom prst="rect">
            <a:avLst/>
          </a:prstGeom>
          <a:noFill/>
        </p:spPr>
        <p:txBody>
          <a:bodyPr vert="horz" wrap="none" lIns="0" tIns="0" rIns="0" bIns="0" rtlCol="0" anchor="t">
            <a:noAutofit/>
          </a:bodyPr>
          <a:lstStyle/>
          <a:p>
            <a:r>
              <a:rPr lang="en-GB" sz="1380">
                <a:solidFill>
                  <a:srgbClr val="F2EDE3"/>
                </a:solidFill>
                <a:latin typeface="Segoe UI" panose="020B0502040204020203" pitchFamily="34" charset="0"/>
              </a:rPr>
              <a:t>if this stayed with you, i would appreciate your vote.</a:t>
            </a:r>
          </a:p>
        </p:txBody>
      </p:sp>
      <p:sp>
        <p:nvSpPr>
          <p:cNvPr id="11" name="editable 8">
            <a:hlinkClick r:id="rId4"/>
            <a:extLst>
              <a:ext uri="{FF2B5EF4-FFF2-40B4-BE49-F238E27FC236}">
                <a16:creationId xmlns:a16="http://schemas.microsoft.com/office/drawing/2014/main" id="{25117393-AFC3-4C23-927D-8BF8C899E1AD}"/>
              </a:ext>
            </a:extLst>
          </p:cNvPr>
          <p:cNvSpPr txBox="1"/>
          <p:nvPr/>
        </p:nvSpPr>
        <p:spPr>
          <a:xfrm>
            <a:off x="731520" y="5975033"/>
            <a:ext cx="65" cy="276999"/>
          </a:xfrm>
          <a:prstGeom prst="rect">
            <a:avLst/>
          </a:prstGeom>
          <a:noFill/>
        </p:spPr>
        <p:txBody>
          <a:bodyPr vert="horz" wrap="none" lIns="0" tIns="0" rIns="0" bIns="0" rtlCol="0" anchor="t">
            <a:noAutofit/>
          </a:bodyPr>
          <a:lstStyle/>
          <a:p>
            <a:r>
              <a:rPr lang="en-GB" sz="1320">
                <a:solidFill>
                  <a:srgbClr val="AAB3C3"/>
                </a:solidFill>
                <a:latin typeface="Segoe UI" panose="020B0502040204020203" pitchFamily="34" charset="0"/>
              </a:rPr>
              <a:t>lethe-nine.vercel.app</a:t>
            </a:r>
          </a:p>
        </p:txBody>
      </p:sp>
    </p:spTree>
    <p:extLst>
      <p:ext uri="{BB962C8B-B14F-4D97-AF65-F5344CB8AC3E}">
        <p14:creationId xmlns:p14="http://schemas.microsoft.com/office/powerpoint/2010/main" val="936939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970</Words>
  <Application>Microsoft Office PowerPoint</Application>
  <PresentationFormat>Custom</PresentationFormat>
  <Paragraphs>124</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Georgia</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Shiro</dc:creator>
  <cp:lastModifiedBy>Shiro</cp:lastModifiedBy>
  <cp:revision>1</cp:revision>
  <dcterms:created xsi:type="dcterms:W3CDTF">2026-10-13T05:46:42Z</dcterms:created>
  <dcterms:modified xsi:type="dcterms:W3CDTF">2026-10-13T05:46:42Z</dcterms:modified>
</cp:coreProperties>
</file>